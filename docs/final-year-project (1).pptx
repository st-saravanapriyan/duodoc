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08" r:id="rId3"/>
  </p:sldMasterIdLst>
  <p:notesMasterIdLst>
    <p:notesMasterId r:id="rId16"/>
  </p:notesMasterIdLst>
  <p:sldIdLst>
    <p:sldId id="316" r:id="rId4"/>
    <p:sldId id="317" r:id="rId5"/>
    <p:sldId id="318" r:id="rId6"/>
    <p:sldId id="319" r:id="rId7"/>
    <p:sldId id="324" r:id="rId8"/>
    <p:sldId id="323" r:id="rId9"/>
    <p:sldId id="321" r:id="rId10"/>
    <p:sldId id="322" r:id="rId11"/>
    <p:sldId id="320" r:id="rId12"/>
    <p:sldId id="325" r:id="rId13"/>
    <p:sldId id="326" r:id="rId14"/>
    <p:sldId id="32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C9C4F"/>
    <a:srgbClr val="D3D579"/>
    <a:srgbClr val="D4D677"/>
    <a:srgbClr val="B5B56B"/>
    <a:srgbClr val="8D8A16"/>
    <a:srgbClr val="F07D5D"/>
    <a:srgbClr val="EF7857"/>
    <a:srgbClr val="EF7452"/>
    <a:srgbClr val="EC5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160"/>
        <p:guide pos="3864"/>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FD7C5-DD2A-4BD9-BB27-92FD2BFA99E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C9BC3-7E77-4A65-8374-7D83CD3A02B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7.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image" Target="../media/image7.png"/><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image" Target="../media/image7.png"/><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p:cNvSpPr>
            <a:spLocks noGrp="1"/>
          </p:cNvSpPr>
          <p:nvPr>
            <p:ph type="ctrTitle"/>
          </p:nvPr>
        </p:nvSpPr>
        <p:spPr>
          <a:xfrm>
            <a:off x="2964516" y="2587938"/>
            <a:ext cx="6244798" cy="1682124"/>
          </a:xfrm>
        </p:spPr>
        <p:txBody>
          <a:bodyPr anchor="ctr">
            <a:normAutofit/>
          </a:bodyPr>
          <a:lstStyle>
            <a:lvl1pPr algn="ctr">
              <a:defRPr sz="2300" spc="350" baseline="0"/>
            </a:lvl1pPr>
          </a:lstStyle>
          <a:p>
            <a:r>
              <a:rPr lang="en-US"/>
              <a:t>Click to edit Master title style</a:t>
            </a:r>
            <a:endParaRPr lang="en-US"/>
          </a:p>
        </p:txBody>
      </p:sp>
      <p:sp>
        <p:nvSpPr>
          <p:cNvPr id="3" name="Subtitle 2"/>
          <p:cNvSpPr>
            <a:spLocks noGrp="1"/>
          </p:cNvSpPr>
          <p:nvPr>
            <p:ph type="subTitle" idx="1"/>
          </p:nvPr>
        </p:nvSpPr>
        <p:spPr>
          <a:xfrm>
            <a:off x="3385460"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5" name="Footer Placeholder 4"/>
          <p:cNvSpPr>
            <a:spLocks noGrp="1"/>
          </p:cNvSpPr>
          <p:nvPr>
            <p:ph type="ftr" sz="quarter" idx="11"/>
          </p:nvPr>
        </p:nvSpPr>
        <p:spPr>
          <a:xfrm>
            <a:off x="4784524" y="1563624"/>
            <a:ext cx="2604782"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5063512" y="6301384"/>
            <a:ext cx="2046806" cy="365125"/>
          </a:xfrm>
        </p:spPr>
        <p:txBody>
          <a:bodyPr/>
          <a:lstStyle>
            <a:lvl1pPr algn="ctr">
              <a:defRPr/>
            </a:lvl1pPr>
          </a:lstStyle>
          <a:p>
            <a:pPr algn="ctr"/>
            <a:fld id="{10CC850A-9414-4098-BA8E-1C27CC275DF5}"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22" name="Rectangle 21"/>
          <p:cNvSpPr/>
          <p:nvPr userDrawn="1"/>
        </p:nvSpPr>
        <p:spPr>
          <a:xfrm rot="10800000">
            <a:off x="11199371" y="732290"/>
            <a:ext cx="260487" cy="5160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userDrawn="1"/>
        </p:nvSpPr>
        <p:spPr>
          <a:xfrm rot="5400000">
            <a:off x="5841119" y="-4365474"/>
            <a:ext cx="260487" cy="1045601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userDrawn="1"/>
        </p:nvSpPr>
        <p:spPr>
          <a:xfrm rot="10800000">
            <a:off x="732141" y="732289"/>
            <a:ext cx="260487" cy="516002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userDrawn="1"/>
        </p:nvSpPr>
        <p:spPr>
          <a:xfrm rot="5400000">
            <a:off x="5965757" y="638377"/>
            <a:ext cx="260487" cy="10727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0F99E84C-3BEE-4893-86EC-80726E22BF57}"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1" name="Rectangle 40"/>
          <p:cNvSpPr/>
          <p:nvPr userDrawn="1"/>
        </p:nvSpPr>
        <p:spPr>
          <a:xfrm rot="10800000">
            <a:off x="11672332" y="1"/>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userDrawn="1"/>
        </p:nvSpPr>
        <p:spPr>
          <a:xfrm rot="5400000">
            <a:off x="5831626" y="-5831626"/>
            <a:ext cx="528747" cy="1219200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userDrawn="1"/>
        </p:nvSpPr>
        <p:spPr>
          <a:xfrm rot="10800000">
            <a:off x="25" y="4"/>
            <a:ext cx="528747" cy="632925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userDrawn="1"/>
        </p:nvSpPr>
        <p:spPr>
          <a:xfrm rot="5400000">
            <a:off x="5569864" y="755535"/>
            <a:ext cx="528747" cy="116761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182436" y="2480368"/>
            <a:ext cx="5836232" cy="1666525"/>
          </a:xfrm>
        </p:spPr>
        <p:txBody>
          <a:bodyPr anchor="ctr">
            <a:normAutofit/>
          </a:bodyPr>
          <a:lstStyle>
            <a:lvl1pPr algn="ctr">
              <a:defRPr sz="2300" spc="350" baseline="0"/>
            </a:lvl1pPr>
          </a:lstStyle>
          <a:p>
            <a:r>
              <a:rPr lang="en-US"/>
              <a:t>Click to edit Master title style</a:t>
            </a:r>
            <a:endParaRPr lang="en-US"/>
          </a:p>
        </p:txBody>
      </p:sp>
      <p:sp>
        <p:nvSpPr>
          <p:cNvPr id="3" name="Subtitle 2"/>
          <p:cNvSpPr>
            <a:spLocks noGrp="1"/>
          </p:cNvSpPr>
          <p:nvPr>
            <p:ph type="subTitle" idx="1"/>
          </p:nvPr>
        </p:nvSpPr>
        <p:spPr>
          <a:xfrm>
            <a:off x="3386719"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5" name="Footer Placeholder 4"/>
          <p:cNvSpPr>
            <a:spLocks noGrp="1"/>
          </p:cNvSpPr>
          <p:nvPr>
            <p:ph type="ftr" sz="quarter" idx="11"/>
          </p:nvPr>
        </p:nvSpPr>
        <p:spPr>
          <a:xfrm>
            <a:off x="4798161" y="1080271"/>
            <a:ext cx="2604782"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5077149" y="5657555"/>
            <a:ext cx="2046806" cy="365125"/>
          </a:xfrm>
        </p:spPr>
        <p:txBody>
          <a:bodyPr/>
          <a:lstStyle>
            <a:lvl1pPr algn="ctr">
              <a:defRPr/>
            </a:lvl1pPr>
          </a:lstStyle>
          <a:p>
            <a:pPr algn="ctr"/>
            <a:fld id="{19DA8944-DCEF-48F1-B7A6-C744C27AB001}" type="datetime1">
              <a:rPr lang="en-US" smtClean="0"/>
            </a:fld>
            <a:endParaRPr lang="en-US"/>
          </a:p>
        </p:txBody>
      </p:sp>
      <p:sp>
        <p:nvSpPr>
          <p:cNvPr id="6" name="Slide Number Placeholder 5"/>
          <p:cNvSpPr>
            <a:spLocks noGrp="1"/>
          </p:cNvSpPr>
          <p:nvPr>
            <p:ph type="sldNum" sz="quarter" idx="12"/>
          </p:nvPr>
        </p:nvSpPr>
        <p:spPr>
          <a:xfrm>
            <a:off x="11172586" y="590702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p:cNvSpPr/>
          <p:nvPr userDrawn="1"/>
        </p:nvSpPr>
        <p:spPr>
          <a:xfrm rot="10800000">
            <a:off x="10949389" y="717892"/>
            <a:ext cx="528747" cy="517442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0800000">
            <a:off x="721771" y="717891"/>
            <a:ext cx="528747" cy="54593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5400000">
            <a:off x="6099938" y="799084"/>
            <a:ext cx="528747" cy="1022764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181837" y="2671482"/>
            <a:ext cx="5836232" cy="1475411"/>
          </a:xfrm>
        </p:spPr>
        <p:txBody>
          <a:bodyPr anchor="ctr">
            <a:normAutofit/>
          </a:bodyPr>
          <a:lstStyle>
            <a:lvl1pPr algn="ctr">
              <a:defRPr sz="2300" spc="350" baseline="0"/>
            </a:lvl1pPr>
          </a:lstStyle>
          <a:p>
            <a:r>
              <a:rPr lang="en-US"/>
              <a:t>Click to edit Master title style</a:t>
            </a:r>
            <a:endParaRPr lang="en-US"/>
          </a:p>
        </p:txBody>
      </p:sp>
      <p:sp>
        <p:nvSpPr>
          <p:cNvPr id="3" name="Subtitle 2"/>
          <p:cNvSpPr>
            <a:spLocks noGrp="1"/>
          </p:cNvSpPr>
          <p:nvPr>
            <p:ph type="subTitle" idx="1"/>
          </p:nvPr>
        </p:nvSpPr>
        <p:spPr>
          <a:xfrm>
            <a:off x="3181837" y="4270062"/>
            <a:ext cx="5836231" cy="812926"/>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5" name="Footer Placeholder 4"/>
          <p:cNvSpPr>
            <a:spLocks noGrp="1"/>
          </p:cNvSpPr>
          <p:nvPr>
            <p:ph type="ftr" sz="quarter" idx="11"/>
          </p:nvPr>
        </p:nvSpPr>
        <p:spPr>
          <a:xfrm>
            <a:off x="4793609" y="193294"/>
            <a:ext cx="2604782"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5072597" y="6323214"/>
            <a:ext cx="2046806" cy="365125"/>
          </a:xfrm>
        </p:spPr>
        <p:txBody>
          <a:bodyPr/>
          <a:lstStyle>
            <a:lvl1pPr algn="ctr">
              <a:defRPr/>
            </a:lvl1pPr>
          </a:lstStyle>
          <a:p>
            <a:pPr algn="ctr"/>
            <a:fld id="{C0983607-D150-4841-B8A4-7AFE8B52F7F5}"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8" name="Rectangle 7"/>
          <p:cNvSpPr/>
          <p:nvPr userDrawn="1"/>
        </p:nvSpPr>
        <p:spPr>
          <a:xfrm rot="5400000">
            <a:off x="5571192" y="-4131554"/>
            <a:ext cx="528747" cy="10227647"/>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p:cNvSpPr>
            <a:spLocks noGrp="1"/>
          </p:cNvSpPr>
          <p:nvPr>
            <p:ph type="ctrTitle"/>
          </p:nvPr>
        </p:nvSpPr>
        <p:spPr>
          <a:xfrm>
            <a:off x="3796553" y="2752166"/>
            <a:ext cx="4598894" cy="1355328"/>
          </a:xfrm>
        </p:spPr>
        <p:txBody>
          <a:bodyPr anchor="ctr">
            <a:normAutofit/>
          </a:bodyPr>
          <a:lstStyle>
            <a:lvl1pPr algn="ctr">
              <a:defRPr sz="2300" spc="350" baseline="0"/>
            </a:lvl1pPr>
          </a:lstStyle>
          <a:p>
            <a:r>
              <a:rPr lang="en-US"/>
              <a:t>Click to edit Master title style</a:t>
            </a:r>
            <a:endParaRPr lang="en-US"/>
          </a:p>
        </p:txBody>
      </p:sp>
      <p:sp>
        <p:nvSpPr>
          <p:cNvPr id="3" name="Subtitle 2"/>
          <p:cNvSpPr>
            <a:spLocks noGrp="1"/>
          </p:cNvSpPr>
          <p:nvPr>
            <p:ph type="subTitle" idx="1"/>
          </p:nvPr>
        </p:nvSpPr>
        <p:spPr>
          <a:xfrm>
            <a:off x="4009727" y="4107494"/>
            <a:ext cx="4174435" cy="82146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5" name="Footer Placeholder 4"/>
          <p:cNvSpPr>
            <a:spLocks noGrp="1"/>
          </p:cNvSpPr>
          <p:nvPr>
            <p:ph type="ftr" sz="quarter" idx="11"/>
          </p:nvPr>
        </p:nvSpPr>
        <p:spPr>
          <a:xfrm>
            <a:off x="4793609" y="561180"/>
            <a:ext cx="2604782"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5072597" y="5931695"/>
            <a:ext cx="2046806" cy="365125"/>
          </a:xfrm>
        </p:spPr>
        <p:txBody>
          <a:bodyPr/>
          <a:lstStyle>
            <a:lvl1pPr algn="ctr">
              <a:defRPr/>
            </a:lvl1pPr>
          </a:lstStyle>
          <a:p>
            <a:pPr algn="ctr"/>
            <a:fld id="{D275B1C0-751A-4CB6-9401-549B6A26D9DA}"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a:off x="9272689" y="1376329"/>
            <a:ext cx="260487" cy="409064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2677735" y="1376329"/>
            <a:ext cx="260487" cy="409064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6200000">
            <a:off x="5844456" y="2038741"/>
            <a:ext cx="260487" cy="65959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6200000">
            <a:off x="6104174" y="-1792183"/>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0" name="Rectangle 49"/>
          <p:cNvSpPr/>
          <p:nvPr/>
        </p:nvSpPr>
        <p:spPr>
          <a:xfrm rot="5400000">
            <a:off x="9430048" y="4360917"/>
            <a:ext cx="260487" cy="33247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rot="5400000">
            <a:off x="9560292" y="-957943"/>
            <a:ext cx="260487" cy="358527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7897901" y="705987"/>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userDrawn="1">
            <p:ph type="ctrTitle"/>
          </p:nvPr>
        </p:nvSpPr>
        <p:spPr>
          <a:xfrm>
            <a:off x="8423330" y="2081208"/>
            <a:ext cx="2558436" cy="2084412"/>
          </a:xfrm>
        </p:spPr>
        <p:txBody>
          <a:bodyPr anchor="ctr">
            <a:normAutofit/>
          </a:bodyPr>
          <a:lstStyle>
            <a:lvl1pPr algn="ctr">
              <a:defRPr sz="1900" spc="350" baseline="0"/>
            </a:lvl1pPr>
          </a:lstStyle>
          <a:p>
            <a:r>
              <a:rPr lang="en-US"/>
              <a:t>Click to edit Master title style</a:t>
            </a:r>
            <a:endParaRPr lang="en-US"/>
          </a:p>
        </p:txBody>
      </p:sp>
      <p:sp>
        <p:nvSpPr>
          <p:cNvPr id="3" name="Subtitle 2"/>
          <p:cNvSpPr>
            <a:spLocks noGrp="1"/>
          </p:cNvSpPr>
          <p:nvPr userDrawn="1">
            <p:ph type="subTitle" idx="1"/>
          </p:nvPr>
        </p:nvSpPr>
        <p:spPr>
          <a:xfrm>
            <a:off x="8624807" y="4492487"/>
            <a:ext cx="2167047"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67" name="Picture Placeholder 66"/>
          <p:cNvSpPr>
            <a:spLocks noGrp="1"/>
          </p:cNvSpPr>
          <p:nvPr userDrawn="1">
            <p:ph type="pic" sz="quarter" idx="13" hasCustomPrompt="1"/>
          </p:nvPr>
        </p:nvSpPr>
        <p:spPr>
          <a:xfrm>
            <a:off x="-4082" y="0"/>
            <a:ext cx="7196646" cy="6858000"/>
          </a:xfrm>
          <a:blipFill>
            <a:blip r:embed="rId2">
              <a:alphaModFix amt="60000"/>
            </a:blip>
            <a:stretch>
              <a:fillRect/>
            </a:stretch>
          </a:blipFill>
        </p:spPr>
        <p:txBody>
          <a:bodyPr/>
          <a:lstStyle>
            <a:lvl1pPr>
              <a:buNone/>
              <a:defRPr/>
            </a:lvl1pPr>
          </a:lstStyle>
          <a:p>
            <a:r>
              <a:rPr lang="en-US"/>
              <a:t>  </a:t>
            </a:r>
            <a:endParaRPr lang="en-US"/>
          </a:p>
        </p:txBody>
      </p:sp>
      <p:sp>
        <p:nvSpPr>
          <p:cNvPr id="5" name="Footer Placeholder 4"/>
          <p:cNvSpPr>
            <a:spLocks noGrp="1"/>
          </p:cNvSpPr>
          <p:nvPr userDrawn="1">
            <p:ph type="ftr" sz="quarter" idx="11"/>
          </p:nvPr>
        </p:nvSpPr>
        <p:spPr>
          <a:xfrm>
            <a:off x="8388143" y="189570"/>
            <a:ext cx="2604782" cy="365125"/>
          </a:xfrm>
        </p:spPr>
        <p:txBody>
          <a:bodyPr/>
          <a:lstStyle>
            <a:lvl1pPr algn="ctr">
              <a:defRPr>
                <a:solidFill>
                  <a:schemeClr val="tx2"/>
                </a:solidFill>
                <a:effectLst/>
              </a:defRPr>
            </a:lvl1pPr>
          </a:lstStyle>
          <a:p>
            <a:pPr algn="ctr"/>
            <a:r>
              <a:rPr lang="en-US"/>
              <a:t>Sample Footer Text</a:t>
            </a:r>
            <a:endParaRPr lang="en-US"/>
          </a:p>
        </p:txBody>
      </p:sp>
      <p:sp>
        <p:nvSpPr>
          <p:cNvPr id="4" name="Date Placeholder 3"/>
          <p:cNvSpPr>
            <a:spLocks noGrp="1"/>
          </p:cNvSpPr>
          <p:nvPr userDrawn="1">
            <p:ph type="dt" sz="half" idx="10"/>
          </p:nvPr>
        </p:nvSpPr>
        <p:spPr>
          <a:xfrm>
            <a:off x="8667131" y="6323214"/>
            <a:ext cx="2046806" cy="365125"/>
          </a:xfrm>
        </p:spPr>
        <p:txBody>
          <a:bodyPr/>
          <a:lstStyle>
            <a:lvl1pPr algn="ctr">
              <a:defRPr/>
            </a:lvl1pPr>
          </a:lstStyle>
          <a:p>
            <a:pPr algn="ctr"/>
            <a:fld id="{722DC380-2CCC-4637-9D81-2D9985B2B85C}" type="datetime1">
              <a:rPr lang="en-US" smtClean="0"/>
            </a:fld>
            <a:endParaRPr lang="en-US"/>
          </a:p>
        </p:txBody>
      </p:sp>
      <p:sp>
        <p:nvSpPr>
          <p:cNvPr id="6" name="Slide Number Placeholder 5"/>
          <p:cNvSpPr>
            <a:spLocks noGrp="1"/>
          </p:cNvSpPr>
          <p:nvPr userDrawn="1">
            <p:ph type="sldNum" sz="quarter" idx="12"/>
          </p:nvPr>
        </p:nvSpPr>
        <p:spPr>
          <a:xfrm>
            <a:off x="11610576" y="632321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p:cNvSpPr>
            <a:spLocks noGrp="1"/>
          </p:cNvSpPr>
          <p:nvPr>
            <p:ph type="ctrTitle"/>
          </p:nvPr>
        </p:nvSpPr>
        <p:spPr>
          <a:xfrm>
            <a:off x="690393" y="1928100"/>
            <a:ext cx="2905511" cy="2342722"/>
          </a:xfrm>
        </p:spPr>
        <p:txBody>
          <a:bodyPr anchor="ctr">
            <a:normAutofit/>
          </a:bodyPr>
          <a:lstStyle>
            <a:lvl1pPr algn="ctr">
              <a:defRPr sz="2000" spc="350" baseline="0"/>
            </a:lvl1pPr>
          </a:lstStyle>
          <a:p>
            <a:r>
              <a:rPr lang="en-US"/>
              <a:t>Click to edit Master title style</a:t>
            </a:r>
            <a:endParaRPr lang="en-US"/>
          </a:p>
        </p:txBody>
      </p:sp>
      <p:sp>
        <p:nvSpPr>
          <p:cNvPr id="3" name="Subtitle 2"/>
          <p:cNvSpPr>
            <a:spLocks noGrp="1"/>
          </p:cNvSpPr>
          <p:nvPr>
            <p:ph type="subTitle" idx="1"/>
          </p:nvPr>
        </p:nvSpPr>
        <p:spPr>
          <a:xfrm>
            <a:off x="775824" y="4270822"/>
            <a:ext cx="2734648" cy="137920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5" name="Footer Placeholder 4"/>
          <p:cNvSpPr>
            <a:spLocks noGrp="1"/>
          </p:cNvSpPr>
          <p:nvPr>
            <p:ph type="ftr" sz="quarter" idx="11"/>
          </p:nvPr>
        </p:nvSpPr>
        <p:spPr>
          <a:xfrm>
            <a:off x="840757" y="458889"/>
            <a:ext cx="2604782"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1119745" y="6323214"/>
            <a:ext cx="2046806" cy="365125"/>
          </a:xfrm>
        </p:spPr>
        <p:txBody>
          <a:bodyPr/>
          <a:lstStyle>
            <a:lvl1pPr algn="ctr">
              <a:defRPr/>
            </a:lvl1pPr>
          </a:lstStyle>
          <a:p>
            <a:pPr algn="ctr"/>
            <a:fld id="{38EF09F4-CF1A-4468-AFD3-5B7E971D872A}" type="datetime1">
              <a:rPr lang="en-US" smtClean="0"/>
            </a:fld>
            <a:endParaRPr lang="en-US"/>
          </a:p>
        </p:txBody>
      </p:sp>
      <p:sp>
        <p:nvSpPr>
          <p:cNvPr id="7" name="Picture Placeholder 10"/>
          <p:cNvSpPr>
            <a:spLocks noGrp="1"/>
          </p:cNvSpPr>
          <p:nvPr>
            <p:ph type="pic" sz="quarter" idx="13" hasCustomPrompt="1"/>
          </p:nvPr>
        </p:nvSpPr>
        <p:spPr>
          <a:xfrm>
            <a:off x="4546786" y="964933"/>
            <a:ext cx="6675899" cy="4928130"/>
          </a:xfrm>
          <a:blipFill dpi="0" rotWithShape="1">
            <a:blip r:embed="rId2">
              <a:alphaModFix amt="60000"/>
            </a:blip>
            <a:srcRect/>
            <a:stretch>
              <a:fillRect/>
            </a:stretch>
          </a:blipFill>
        </p:spPr>
        <p:txBody>
          <a:bodyPr/>
          <a:lstStyle>
            <a:lvl1pPr marL="0" indent="0">
              <a:buNone/>
              <a:defRPr/>
            </a:lvl1pPr>
          </a:lstStyle>
          <a:p>
            <a:r>
              <a:rPr lang="en-US"/>
              <a:t>   </a:t>
            </a:r>
            <a:endParaRPr lang="en-US"/>
          </a:p>
        </p:txBody>
      </p:sp>
      <p:sp>
        <p:nvSpPr>
          <p:cNvPr id="6" name="Slide Number Placeholder 5"/>
          <p:cNvSpPr>
            <a:spLocks noGrp="1"/>
          </p:cNvSpPr>
          <p:nvPr>
            <p:ph type="sldNum" sz="quarter" idx="12"/>
          </p:nvPr>
        </p:nvSpPr>
        <p:spPr>
          <a:xfrm>
            <a:off x="11172586" y="6323214"/>
            <a:ext cx="437990" cy="365125"/>
          </a:xfrm>
        </p:spPr>
        <p:txBody>
          <a:bodyPr/>
          <a:lstStyle/>
          <a:p>
            <a:fld id="{70EC1AA3-E190-46A4-AF04-8889F5477E2A}" type="slidenum">
              <a:rPr lang="en-US" smtClean="0"/>
            </a:fld>
            <a:endParaRPr lang="en-US"/>
          </a:p>
        </p:txBody>
      </p:sp>
      <p:sp>
        <p:nvSpPr>
          <p:cNvPr id="29" name="Rectangle 28"/>
          <p:cNvSpPr/>
          <p:nvPr userDrawn="1"/>
        </p:nvSpPr>
        <p:spPr>
          <a:xfrm rot="5400000">
            <a:off x="7624248" y="2555116"/>
            <a:ext cx="260487" cy="69363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userDrawn="1"/>
        </p:nvSpPr>
        <p:spPr>
          <a:xfrm rot="5400000">
            <a:off x="7754491" y="-2763744"/>
            <a:ext cx="260487" cy="719687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userDrawn="1"/>
        </p:nvSpPr>
        <p:spPr>
          <a:xfrm>
            <a:off x="4286299" y="704449"/>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userDrawn="1"/>
        </p:nvSpPr>
        <p:spPr>
          <a:xfrm>
            <a:off x="11222686" y="964935"/>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50" name="Rectangle 49"/>
          <p:cNvSpPr/>
          <p:nvPr/>
        </p:nvSpPr>
        <p:spPr>
          <a:xfrm rot="5400000">
            <a:off x="9701889" y="4372331"/>
            <a:ext cx="260487" cy="47108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rot="5400000">
            <a:off x="9704106" y="-2227402"/>
            <a:ext cx="260487" cy="4715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7476705" y="1538"/>
            <a:ext cx="260487" cy="659597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11932955" y="260488"/>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userDrawn="1">
            <p:ph type="ctrTitle"/>
          </p:nvPr>
        </p:nvSpPr>
        <p:spPr>
          <a:xfrm>
            <a:off x="8390683" y="2081208"/>
            <a:ext cx="2922776" cy="2084412"/>
          </a:xfrm>
        </p:spPr>
        <p:txBody>
          <a:bodyPr anchor="ctr">
            <a:normAutofit/>
          </a:bodyPr>
          <a:lstStyle>
            <a:lvl1pPr algn="ctr">
              <a:defRPr sz="2000" spc="350" baseline="0"/>
            </a:lvl1pPr>
          </a:lstStyle>
          <a:p>
            <a:r>
              <a:rPr lang="en-US"/>
              <a:t>Click to edit Master title style</a:t>
            </a:r>
            <a:endParaRPr lang="en-US"/>
          </a:p>
        </p:txBody>
      </p:sp>
      <p:sp>
        <p:nvSpPr>
          <p:cNvPr id="3" name="Subtitle 2"/>
          <p:cNvSpPr>
            <a:spLocks noGrp="1"/>
          </p:cNvSpPr>
          <p:nvPr userDrawn="1">
            <p:ph type="subTitle" idx="1"/>
          </p:nvPr>
        </p:nvSpPr>
        <p:spPr>
          <a:xfrm>
            <a:off x="8489921" y="4492487"/>
            <a:ext cx="2724301"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10" name="Picture Placeholder 9"/>
          <p:cNvSpPr>
            <a:spLocks noGrp="1"/>
          </p:cNvSpPr>
          <p:nvPr>
            <p:ph type="pic" sz="quarter" idx="13"/>
          </p:nvPr>
        </p:nvSpPr>
        <p:spPr>
          <a:xfrm>
            <a:off x="0" y="0"/>
            <a:ext cx="7476420" cy="6858000"/>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userDrawn="1">
            <p:ph type="ftr" sz="quarter" idx="11"/>
          </p:nvPr>
        </p:nvSpPr>
        <p:spPr>
          <a:xfrm>
            <a:off x="8549680" y="567084"/>
            <a:ext cx="2604782" cy="365125"/>
          </a:xfrm>
        </p:spPr>
        <p:txBody>
          <a:bodyPr/>
          <a:lstStyle>
            <a:lvl1pPr algn="ctr">
              <a:defRPr>
                <a:solidFill>
                  <a:schemeClr val="tx2"/>
                </a:solidFill>
                <a:effectLst/>
              </a:defRPr>
            </a:lvl1pPr>
          </a:lstStyle>
          <a:p>
            <a:pPr algn="ctr"/>
            <a:r>
              <a:rPr lang="en-US"/>
              <a:t>Sample Footer Text</a:t>
            </a:r>
            <a:endParaRPr lang="en-US"/>
          </a:p>
        </p:txBody>
      </p:sp>
      <p:sp>
        <p:nvSpPr>
          <p:cNvPr id="4" name="Date Placeholder 3"/>
          <p:cNvSpPr>
            <a:spLocks noGrp="1"/>
          </p:cNvSpPr>
          <p:nvPr>
            <p:ph type="dt" sz="half" idx="10"/>
          </p:nvPr>
        </p:nvSpPr>
        <p:spPr>
          <a:xfrm>
            <a:off x="8660145" y="5998134"/>
            <a:ext cx="2383852" cy="365125"/>
          </a:xfrm>
        </p:spPr>
        <p:txBody>
          <a:bodyPr/>
          <a:lstStyle>
            <a:lvl1pPr algn="ctr">
              <a:defRPr/>
            </a:lvl1pPr>
          </a:lstStyle>
          <a:p>
            <a:pPr algn="ctr"/>
            <a:fld id="{4BABFC0F-A3A1-421A-96A1-F0C5E3A82676}" type="datetime1">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p:cNvSpPr>
            <a:spLocks noGrp="1"/>
          </p:cNvSpPr>
          <p:nvPr>
            <p:ph type="ctrTitle"/>
          </p:nvPr>
        </p:nvSpPr>
        <p:spPr>
          <a:xfrm>
            <a:off x="6363353" y="2479636"/>
            <a:ext cx="4014653" cy="1890898"/>
          </a:xfrm>
        </p:spPr>
        <p:txBody>
          <a:bodyPr anchor="ctr">
            <a:normAutofit/>
          </a:bodyPr>
          <a:lstStyle>
            <a:lvl1pPr algn="ctr">
              <a:defRPr sz="2300" spc="350" baseline="0"/>
            </a:lvl1pPr>
          </a:lstStyle>
          <a:p>
            <a:r>
              <a:rPr lang="en-US"/>
              <a:t>Click to edit Master title style</a:t>
            </a:r>
            <a:endParaRPr lang="en-US"/>
          </a:p>
        </p:txBody>
      </p:sp>
      <p:sp>
        <p:nvSpPr>
          <p:cNvPr id="3" name="Subtitle 2"/>
          <p:cNvSpPr>
            <a:spLocks noGrp="1"/>
          </p:cNvSpPr>
          <p:nvPr>
            <p:ph type="subTitle" idx="1"/>
          </p:nvPr>
        </p:nvSpPr>
        <p:spPr>
          <a:xfrm>
            <a:off x="6587440" y="4510577"/>
            <a:ext cx="3566478"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7" name="Picture Placeholder 13"/>
          <p:cNvSpPr>
            <a:spLocks noGrp="1"/>
          </p:cNvSpPr>
          <p:nvPr>
            <p:ph type="pic" sz="quarter" idx="14" hasCustomPrompt="1"/>
          </p:nvPr>
        </p:nvSpPr>
        <p:spPr>
          <a:xfrm>
            <a:off x="0" y="0"/>
            <a:ext cx="4504917"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endParaRPr lang="en-US"/>
          </a:p>
        </p:txBody>
      </p:sp>
      <p:sp>
        <p:nvSpPr>
          <p:cNvPr id="5" name="Footer Placeholder 4"/>
          <p:cNvSpPr>
            <a:spLocks noGrp="1"/>
          </p:cNvSpPr>
          <p:nvPr>
            <p:ph type="ftr" sz="quarter" idx="11"/>
          </p:nvPr>
        </p:nvSpPr>
        <p:spPr>
          <a:xfrm>
            <a:off x="6804035" y="169661"/>
            <a:ext cx="3133289" cy="365125"/>
          </a:xfrm>
        </p:spPr>
        <p:txBody>
          <a:bodyPr/>
          <a:lstStyle>
            <a:lvl1pPr algn="ctr">
              <a:defRPr/>
            </a:lvl1pPr>
          </a:lstStyle>
          <a:p>
            <a:pPr algn="ctr"/>
            <a:r>
              <a:rPr lang="en-US"/>
              <a:t>Sample Footer Text</a:t>
            </a:r>
            <a:endParaRPr lang="en-US"/>
          </a:p>
        </p:txBody>
      </p:sp>
      <p:sp>
        <p:nvSpPr>
          <p:cNvPr id="4" name="Date Placeholder 3"/>
          <p:cNvSpPr>
            <a:spLocks noGrp="1"/>
          </p:cNvSpPr>
          <p:nvPr>
            <p:ph type="dt" sz="half" idx="10"/>
          </p:nvPr>
        </p:nvSpPr>
        <p:spPr>
          <a:xfrm>
            <a:off x="7347276" y="6323214"/>
            <a:ext cx="2046806" cy="365125"/>
          </a:xfrm>
        </p:spPr>
        <p:txBody>
          <a:bodyPr/>
          <a:lstStyle>
            <a:lvl1pPr algn="ctr">
              <a:defRPr/>
            </a:lvl1pPr>
          </a:lstStyle>
          <a:p>
            <a:pPr algn="ctr"/>
            <a:fld id="{D5AE1AD8-8304-4B6E-8218-01C09EAEB0A2}"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grpSp>
        <p:nvGrpSpPr>
          <p:cNvPr id="30" name="Group 29"/>
          <p:cNvGrpSpPr/>
          <p:nvPr userDrawn="1"/>
        </p:nvGrpSpPr>
        <p:grpSpPr>
          <a:xfrm>
            <a:off x="5228861" y="704448"/>
            <a:ext cx="6254312" cy="5449103"/>
            <a:chOff x="5228861" y="704448"/>
            <a:chExt cx="6254312" cy="5449103"/>
          </a:xfrm>
        </p:grpSpPr>
        <p:sp>
          <p:nvSpPr>
            <p:cNvPr id="31" name="Rectangle 30"/>
            <p:cNvSpPr/>
            <p:nvPr/>
          </p:nvSpPr>
          <p:spPr>
            <a:xfrm rot="5400000">
              <a:off x="8095529" y="3026396"/>
              <a:ext cx="260487" cy="59938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rot="5400000">
              <a:off x="8356530" y="-2161706"/>
              <a:ext cx="260487" cy="599279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5229890" y="704449"/>
              <a:ext cx="260487" cy="51886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11222686" y="964935"/>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7" name="Rectangle 6"/>
          <p:cNvSpPr/>
          <p:nvPr userDrawn="1"/>
        </p:nvSpPr>
        <p:spPr>
          <a:xfrm rot="5400000">
            <a:off x="5502408" y="173087"/>
            <a:ext cx="1450382" cy="1192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10800000">
            <a:off x="-1173" y="-3"/>
            <a:ext cx="528747" cy="68733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0800000">
            <a:off x="11663248" y="0"/>
            <a:ext cx="528747" cy="543021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p:cNvSpPr/>
          <p:nvPr userDrawn="1"/>
        </p:nvSpPr>
        <p:spPr>
          <a:xfrm rot="5400000">
            <a:off x="5565305" y="-5566929"/>
            <a:ext cx="528747" cy="11667152"/>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userDrawn="1">
            <p:ph type="ctrTitle"/>
          </p:nvPr>
        </p:nvSpPr>
        <p:spPr>
          <a:xfrm>
            <a:off x="1383127" y="5517136"/>
            <a:ext cx="9447915" cy="634658"/>
          </a:xfrm>
        </p:spPr>
        <p:txBody>
          <a:bodyPr anchor="b">
            <a:normAutofit/>
          </a:bodyPr>
          <a:lstStyle>
            <a:lvl1pPr algn="ctr">
              <a:defRPr sz="2300" spc="350" baseline="0">
                <a:solidFill>
                  <a:schemeClr val="bg1"/>
                </a:solidFill>
              </a:defRPr>
            </a:lvl1pPr>
          </a:lstStyle>
          <a:p>
            <a:r>
              <a:rPr lang="en-US"/>
              <a:t>Click to edit Master title style</a:t>
            </a:r>
            <a:endParaRPr lang="en-US"/>
          </a:p>
        </p:txBody>
      </p:sp>
      <p:sp>
        <p:nvSpPr>
          <p:cNvPr id="3" name="Subtitle 2"/>
          <p:cNvSpPr>
            <a:spLocks noGrp="1"/>
          </p:cNvSpPr>
          <p:nvPr userDrawn="1">
            <p:ph type="subTitle" idx="1"/>
          </p:nvPr>
        </p:nvSpPr>
        <p:spPr>
          <a:xfrm>
            <a:off x="1383126" y="6151794"/>
            <a:ext cx="9447916" cy="365125"/>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31" name="Picture Placeholder 30"/>
          <p:cNvSpPr>
            <a:spLocks noGrp="1"/>
          </p:cNvSpPr>
          <p:nvPr>
            <p:ph type="pic" sz="quarter" idx="13"/>
          </p:nvPr>
        </p:nvSpPr>
        <p:spPr>
          <a:xfrm>
            <a:off x="527050" y="525374"/>
            <a:ext cx="11136194" cy="4897613"/>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userDrawn="1">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p:cNvSpPr>
            <a:spLocks noGrp="1"/>
          </p:cNvSpPr>
          <p:nvPr userDrawn="1">
            <p:ph type="dt" sz="half" idx="10"/>
          </p:nvPr>
        </p:nvSpPr>
        <p:spPr/>
        <p:txBody>
          <a:bodyPr/>
          <a:lstStyle>
            <a:lvl1pPr>
              <a:defRPr>
                <a:solidFill>
                  <a:schemeClr val="bg1"/>
                </a:solidFill>
              </a:defRPr>
            </a:lvl1pPr>
          </a:lstStyle>
          <a:p>
            <a:fld id="{BE33E96C-00F9-4FAD-8290-DE86B4724CD3}" type="datetime1">
              <a:rPr lang="en-US" smtClean="0"/>
            </a:fld>
            <a:endParaRPr lang="en-US"/>
          </a:p>
        </p:txBody>
      </p:sp>
      <p:sp>
        <p:nvSpPr>
          <p:cNvPr id="6" name="Slide Number Placeholder 5"/>
          <p:cNvSpPr>
            <a:spLocks noGrp="1"/>
          </p:cNvSpPr>
          <p:nvPr userDrawn="1">
            <p:ph type="sldNum" sz="quarter" idx="12"/>
          </p:nvPr>
        </p:nvSpPr>
        <p:spPr/>
        <p:txBody>
          <a:bodyPr/>
          <a:lstStyle>
            <a:lvl1pPr>
              <a:defRPr>
                <a:solidFill>
                  <a:schemeClr val="bg1"/>
                </a:solidFill>
              </a:defRPr>
            </a:lvl1pPr>
          </a:lstStyle>
          <a:p>
            <a:fld id="{70EC1AA3-E190-46A4-AF04-8889F5477E2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78759" y="2113664"/>
            <a:ext cx="6634480" cy="2630672"/>
          </a:xfrm>
        </p:spPr>
        <p:txBody>
          <a:bodyPr anchor="ctr">
            <a:normAutofit/>
          </a:bodyPr>
          <a:lstStyle>
            <a:lvl1pPr algn="ctr">
              <a:lnSpc>
                <a:spcPct val="100000"/>
              </a:lnSpc>
              <a:defRPr sz="4400" cap="none" spc="0" baseline="0">
                <a:solidFill>
                  <a:schemeClr val="bg1"/>
                </a:solidFill>
                <a:latin typeface="+mj-lt"/>
              </a:defRPr>
            </a:lvl1pPr>
          </a:lstStyle>
          <a:p>
            <a:r>
              <a:rPr lang="en-US"/>
              <a:t>Click to edit Master title style</a:t>
            </a:r>
            <a:endParaRPr lang="en-US"/>
          </a:p>
        </p:txBody>
      </p:sp>
      <p:sp>
        <p:nvSpPr>
          <p:cNvPr id="5" name="Footer Placeholder 4"/>
          <p:cNvSpPr>
            <a:spLocks noGrp="1"/>
          </p:cNvSpPr>
          <p:nvPr>
            <p:ph type="ftr" sz="quarter" idx="11"/>
          </p:nvPr>
        </p:nvSpPr>
        <p:spPr>
          <a:xfrm>
            <a:off x="4793608" y="511926"/>
            <a:ext cx="2604782" cy="365125"/>
          </a:xfrm>
        </p:spPr>
        <p:txBody>
          <a:bodyPr/>
          <a:lstStyle>
            <a:lvl1pPr algn="ctr">
              <a:defRPr>
                <a:solidFill>
                  <a:schemeClr val="tx1"/>
                </a:solidFill>
              </a:defRPr>
            </a:lvl1pPr>
          </a:lstStyle>
          <a:p>
            <a:r>
              <a:rPr lang="en-US"/>
              <a:t>Sample Footer Text</a:t>
            </a:r>
            <a:endParaRPr lang="en-US">
              <a:solidFill>
                <a:schemeClr val="tx1"/>
              </a:solidFill>
            </a:endParaRPr>
          </a:p>
        </p:txBody>
      </p:sp>
      <p:sp>
        <p:nvSpPr>
          <p:cNvPr id="4" name="Date Placeholder 3"/>
          <p:cNvSpPr>
            <a:spLocks noGrp="1"/>
          </p:cNvSpPr>
          <p:nvPr>
            <p:ph type="dt" sz="half" idx="10"/>
          </p:nvPr>
        </p:nvSpPr>
        <p:spPr>
          <a:xfrm>
            <a:off x="5072596" y="5958089"/>
            <a:ext cx="2046806" cy="365125"/>
          </a:xfrm>
        </p:spPr>
        <p:txBody>
          <a:bodyPr/>
          <a:lstStyle>
            <a:lvl1pPr algn="ctr">
              <a:defRPr>
                <a:solidFill>
                  <a:schemeClr val="tx1"/>
                </a:solidFill>
              </a:defRPr>
            </a:lvl1pPr>
          </a:lstStyle>
          <a:p>
            <a:fld id="{7AC3EE5A-F4BB-4292-AEB7-B5B5C40DC01B}" type="datetime1">
              <a:rPr lang="en-US" smtClean="0"/>
            </a:fld>
            <a:endParaRPr lang="en-US"/>
          </a:p>
        </p:txBody>
      </p:sp>
      <p:sp>
        <p:nvSpPr>
          <p:cNvPr id="6" name="Slide Number Placeholder 5"/>
          <p:cNvSpPr>
            <a:spLocks noGrp="1"/>
          </p:cNvSpPr>
          <p:nvPr>
            <p:ph type="sldNum" sz="quarter" idx="12"/>
          </p:nvPr>
        </p:nvSpPr>
        <p:spPr>
          <a:xfrm>
            <a:off x="11172586" y="5958089"/>
            <a:ext cx="437990" cy="365125"/>
          </a:xfrm>
        </p:spPr>
        <p:txBody>
          <a:bodyPr/>
          <a:lstStyle>
            <a:lvl1pPr>
              <a:defRPr>
                <a:solidFill>
                  <a:schemeClr val="tx1"/>
                </a:solidFill>
              </a:defRPr>
            </a:lvl1pPr>
          </a:lstStyle>
          <a:p>
            <a:fld id="{70EC1AA3-E190-46A4-AF04-8889F5477E2A}"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p:cNvSpPr/>
          <p:nvPr userDrawn="1"/>
        </p:nvSpPr>
        <p:spPr>
          <a:xfrm rot="5400000">
            <a:off x="5524498" y="190501"/>
            <a:ext cx="1143001" cy="12192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p:cNvSpPr/>
          <p:nvPr userDrawn="1"/>
        </p:nvSpPr>
        <p:spPr>
          <a:xfrm rot="5400000">
            <a:off x="-499020" y="481562"/>
            <a:ext cx="5721096" cy="4745783"/>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17925" y="1419206"/>
            <a:ext cx="3063195" cy="3033052"/>
          </a:xfrm>
        </p:spPr>
        <p:txBody>
          <a:bodyPr anchor="ctr">
            <a:normAutofit/>
          </a:bodyPr>
          <a:lstStyle>
            <a:lvl1pPr algn="ctr">
              <a:lnSpc>
                <a:spcPct val="120000"/>
              </a:lnSpc>
              <a:defRPr sz="2400" cap="all" spc="600" baseline="0">
                <a:solidFill>
                  <a:schemeClr val="bg1"/>
                </a:solidFill>
                <a:latin typeface="+mj-lt"/>
              </a:defRPr>
            </a:lvl1pPr>
          </a:lstStyle>
          <a:p>
            <a:r>
              <a:rPr lang="en-US"/>
              <a:t>Click to edit Master title style</a:t>
            </a:r>
            <a:endParaRPr lang="en-US"/>
          </a:p>
        </p:txBody>
      </p:sp>
      <p:sp>
        <p:nvSpPr>
          <p:cNvPr id="7" name="Content Placeholder 6"/>
          <p:cNvSpPr>
            <a:spLocks noGrp="1"/>
          </p:cNvSpPr>
          <p:nvPr>
            <p:ph sz="quarter" idx="13"/>
          </p:nvPr>
        </p:nvSpPr>
        <p:spPr>
          <a:xfrm>
            <a:off x="5898776" y="1055915"/>
            <a:ext cx="5233050" cy="3690256"/>
          </a:xfrm>
        </p:spPr>
        <p:txBody>
          <a:bodyPr anchor="ctr">
            <a:normAutofit/>
          </a:bodyPr>
          <a:lstStyle>
            <a:lvl1pPr marL="457200" indent="-457200">
              <a:lnSpc>
                <a:spcPct val="120000"/>
              </a:lnSpc>
              <a:buFont typeface="+mj-lt"/>
              <a:buAutoNum type="arabicPeriod"/>
              <a:defRPr sz="2000" cap="none" spc="0" baseline="0">
                <a:solidFill>
                  <a:schemeClr val="tx2"/>
                </a:solidFill>
                <a:latin typeface="+mn-lt"/>
              </a:defRPr>
            </a:lvl1pPr>
            <a:lvl2pPr marL="685800" indent="-457200">
              <a:lnSpc>
                <a:spcPct val="120000"/>
              </a:lnSpc>
              <a:buFont typeface="+mj-lt"/>
              <a:buAutoNum type="arabicPeriod"/>
              <a:defRPr sz="2000" cap="none" spc="0" baseline="0">
                <a:solidFill>
                  <a:schemeClr val="tx2"/>
                </a:solidFill>
                <a:latin typeface="+mn-lt"/>
              </a:defRPr>
            </a:lvl2pPr>
            <a:lvl3pPr marL="800100" indent="-342900">
              <a:lnSpc>
                <a:spcPct val="120000"/>
              </a:lnSpc>
              <a:buFont typeface="+mj-lt"/>
              <a:buAutoNum type="arabicPeriod"/>
              <a:defRPr sz="2000" cap="none" spc="0" baseline="0">
                <a:solidFill>
                  <a:schemeClr val="tx2"/>
                </a:solidFill>
                <a:latin typeface="+mn-lt"/>
              </a:defRPr>
            </a:lvl3pPr>
            <a:lvl4pPr marL="1028700" indent="-342900">
              <a:lnSpc>
                <a:spcPct val="120000"/>
              </a:lnSpc>
              <a:buFont typeface="+mj-lt"/>
              <a:buAutoNum type="arabicPeriod"/>
              <a:defRPr sz="2000" cap="none" spc="0" baseline="0">
                <a:solidFill>
                  <a:schemeClr val="tx2"/>
                </a:solidFill>
                <a:latin typeface="+mn-lt"/>
              </a:defRPr>
            </a:lvl4pPr>
            <a:lvl5pPr marL="1257300" indent="-342900">
              <a:lnSpc>
                <a:spcPct val="120000"/>
              </a:lnSpc>
              <a:buFont typeface="+mj-lt"/>
              <a:buAutoNum type="arabicPeriod"/>
              <a:defRPr sz="2000" cap="none" spc="0" baseline="0">
                <a:solidFill>
                  <a:schemeClr val="tx2"/>
                </a:solidFill>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1"/>
          </p:nvPr>
        </p:nvSpPr>
        <p:spPr/>
        <p:txBody>
          <a:bodyPr/>
          <a:lstStyle/>
          <a:p>
            <a:r>
              <a:rPr lang="en-US"/>
              <a:t>Sample Footer Text</a:t>
            </a:r>
            <a:endParaRPr lang="en-US"/>
          </a:p>
        </p:txBody>
      </p:sp>
      <p:sp>
        <p:nvSpPr>
          <p:cNvPr id="3" name="Date Placeholder 2"/>
          <p:cNvSpPr>
            <a:spLocks noGrp="1"/>
          </p:cNvSpPr>
          <p:nvPr>
            <p:ph type="dt" sz="half" idx="10"/>
          </p:nvPr>
        </p:nvSpPr>
        <p:spPr/>
        <p:txBody>
          <a:bodyPr/>
          <a:lstStyle/>
          <a:p>
            <a:fld id="{3BB74AB0-0D0A-4A0B-9DCA-3ADE534648EF}" type="datetime1">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0" name="Rectangle 9"/>
          <p:cNvSpPr/>
          <p:nvPr userDrawn="1"/>
        </p:nvSpPr>
        <p:spPr>
          <a:xfrm rot="10800000">
            <a:off x="6848317" y="-4412"/>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rot="5400000">
            <a:off x="3426081" y="-3426639"/>
            <a:ext cx="528747" cy="73732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rot="10800000">
            <a:off x="3880" y="-4411"/>
            <a:ext cx="528747" cy="685800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rot="5400000">
            <a:off x="3159783" y="3165065"/>
            <a:ext cx="528747" cy="684831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p:cNvSpPr>
            <a:spLocks noGrp="1"/>
          </p:cNvSpPr>
          <p:nvPr>
            <p:ph type="title"/>
          </p:nvPr>
        </p:nvSpPr>
        <p:spPr>
          <a:xfrm>
            <a:off x="8120059" y="824097"/>
            <a:ext cx="3397592" cy="1041155"/>
          </a:xfrm>
        </p:spPr>
        <p:txBody>
          <a:bodyPr>
            <a:noAutofit/>
          </a:bodyPr>
          <a:lstStyle>
            <a:lvl1pPr>
              <a:lnSpc>
                <a:spcPct val="90000"/>
              </a:lnSpc>
              <a:defRPr sz="2200"/>
            </a:lvl1pPr>
          </a:lstStyle>
          <a:p>
            <a:r>
              <a:rPr lang="en-US"/>
              <a:t>Click to edit Master title style</a:t>
            </a:r>
            <a:endParaRPr lang="en-US"/>
          </a:p>
        </p:txBody>
      </p:sp>
      <p:sp>
        <p:nvSpPr>
          <p:cNvPr id="14" name="Footer Placeholder 13"/>
          <p:cNvSpPr>
            <a:spLocks noGrp="1"/>
          </p:cNvSpPr>
          <p:nvPr>
            <p:ph type="ftr" sz="quarter" idx="16"/>
          </p:nvPr>
        </p:nvSpPr>
        <p:spPr>
          <a:xfrm>
            <a:off x="8120060" y="182274"/>
            <a:ext cx="2604782" cy="365125"/>
          </a:xfrm>
        </p:spPr>
        <p:txBody>
          <a:bodyPr/>
          <a:lstStyle/>
          <a:p>
            <a:r>
              <a:rPr lang="en-US"/>
              <a:t>Sample Footer Text</a:t>
            </a:r>
            <a:endParaRPr lang="en-US"/>
          </a:p>
        </p:txBody>
      </p:sp>
      <p:sp>
        <p:nvSpPr>
          <p:cNvPr id="6" name="Picture Placeholder 7"/>
          <p:cNvSpPr>
            <a:spLocks noGrp="1"/>
          </p:cNvSpPr>
          <p:nvPr>
            <p:ph type="pic" sz="quarter" idx="14"/>
          </p:nvPr>
        </p:nvSpPr>
        <p:spPr>
          <a:xfrm>
            <a:off x="532628" y="524341"/>
            <a:ext cx="6315687" cy="5800506"/>
          </a:xfrm>
          <a:blipFill>
            <a:blip r:embed="rId2">
              <a:alphaModFix amt="60000"/>
            </a:blip>
            <a:stretch>
              <a:fillRect/>
            </a:stretch>
          </a:blipFill>
        </p:spPr>
        <p:txBody>
          <a:bodyPr/>
          <a:lstStyle>
            <a:lvl1pPr>
              <a:buNone/>
              <a:defRPr/>
            </a:lvl1pPr>
          </a:lstStyle>
          <a:p>
            <a:endParaRPr lang="en-US"/>
          </a:p>
        </p:txBody>
      </p:sp>
      <p:sp>
        <p:nvSpPr>
          <p:cNvPr id="7" name="Content Placeholder 6"/>
          <p:cNvSpPr>
            <a:spLocks noGrp="1"/>
          </p:cNvSpPr>
          <p:nvPr>
            <p:ph sz="quarter" idx="13"/>
          </p:nvPr>
        </p:nvSpPr>
        <p:spPr>
          <a:xfrm>
            <a:off x="8120061" y="2141950"/>
            <a:ext cx="3301625" cy="3735147"/>
          </a:xfrm>
        </p:spPr>
        <p:txBody>
          <a:bodyPr anchor="t">
            <a:normAutofit/>
          </a:bodyPr>
          <a:lstStyle>
            <a:lvl1pPr marL="457200" indent="-457200">
              <a:lnSpc>
                <a:spcPct val="120000"/>
              </a:lnSpc>
              <a:buFont typeface="+mj-lt"/>
              <a:buAutoNum type="arabicPeriod"/>
              <a:defRPr sz="1500" cap="none" spc="0" baseline="0">
                <a:latin typeface="+mn-lt"/>
              </a:defRPr>
            </a:lvl1pPr>
            <a:lvl2pPr marL="685800" indent="-457200">
              <a:lnSpc>
                <a:spcPct val="120000"/>
              </a:lnSpc>
              <a:buFont typeface="+mj-lt"/>
              <a:buAutoNum type="arabicPeriod"/>
              <a:defRPr sz="1400" cap="none" spc="0" baseline="0">
                <a:latin typeface="+mn-lt"/>
              </a:defRPr>
            </a:lvl2pPr>
            <a:lvl3pPr marL="800100" indent="-342900">
              <a:lnSpc>
                <a:spcPct val="120000"/>
              </a:lnSpc>
              <a:buFont typeface="+mj-lt"/>
              <a:buAutoNum type="arabicPeriod"/>
              <a:defRPr sz="1400" cap="none" spc="0" baseline="0">
                <a:latin typeface="+mn-lt"/>
              </a:defRPr>
            </a:lvl3pPr>
            <a:lvl4pPr marL="1028700" indent="-342900">
              <a:lnSpc>
                <a:spcPct val="120000"/>
              </a:lnSpc>
              <a:buFont typeface="+mj-lt"/>
              <a:buAutoNum type="arabicPeriod"/>
              <a:defRPr sz="1400" cap="none" spc="0" baseline="0">
                <a:latin typeface="+mn-lt"/>
              </a:defRPr>
            </a:lvl4pPr>
            <a:lvl5pPr marL="1257300" indent="-342900">
              <a:lnSpc>
                <a:spcPct val="120000"/>
              </a:lnSpc>
              <a:buFont typeface="+mj-lt"/>
              <a:buAutoNum type="arabicPeriod"/>
              <a:defRPr sz="1400" cap="none" spc="0" baseline="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Date Placeholder 8"/>
          <p:cNvSpPr>
            <a:spLocks noGrp="1"/>
          </p:cNvSpPr>
          <p:nvPr>
            <p:ph type="dt" sz="half" idx="15"/>
          </p:nvPr>
        </p:nvSpPr>
        <p:spPr>
          <a:xfrm>
            <a:off x="8120060" y="6323214"/>
            <a:ext cx="2046806" cy="365125"/>
          </a:xfrm>
        </p:spPr>
        <p:txBody>
          <a:bodyPr/>
          <a:lstStyle/>
          <a:p>
            <a:fld id="{7F460F04-7E27-42E9-8E66-4BD5C4878F99}" type="datetime1">
              <a:rPr lang="en-US" smtClean="0"/>
            </a:fld>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8" name="Rectangle 7"/>
          <p:cNvSpPr/>
          <p:nvPr userDrawn="1"/>
        </p:nvSpPr>
        <p:spPr>
          <a:xfrm rot="10800000" flipH="1">
            <a:off x="4244975" y="0"/>
            <a:ext cx="260487" cy="6858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6200000" flipH="1">
            <a:off x="8088243" y="2754246"/>
            <a:ext cx="260487" cy="79470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rot="10800000" flipH="1">
            <a:off x="11930492"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rot="16200000" flipH="1">
            <a:off x="8218488" y="-3713546"/>
            <a:ext cx="260487" cy="768653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p:cNvSpPr>
            <a:spLocks noGrp="1"/>
          </p:cNvSpPr>
          <p:nvPr>
            <p:ph type="title"/>
          </p:nvPr>
        </p:nvSpPr>
        <p:spPr>
          <a:xfrm>
            <a:off x="5308856" y="812800"/>
            <a:ext cx="5588442" cy="1019696"/>
          </a:xfrm>
        </p:spPr>
        <p:txBody>
          <a:bodyPr>
            <a:noAutofit/>
          </a:bodyPr>
          <a:lstStyle>
            <a:lvl1pPr>
              <a:lnSpc>
                <a:spcPct val="100000"/>
              </a:lnSpc>
              <a:defRPr sz="3400" cap="none" spc="0" baseline="0">
                <a:latin typeface="+mn-lt"/>
              </a:defRPr>
            </a:lvl1pPr>
          </a:lstStyle>
          <a:p>
            <a:r>
              <a:rPr lang="en-US"/>
              <a:t>Click to edit Master title style</a:t>
            </a:r>
            <a:endParaRPr lang="en-US"/>
          </a:p>
        </p:txBody>
      </p:sp>
      <p:sp>
        <p:nvSpPr>
          <p:cNvPr id="6" name="Picture Placeholder 7"/>
          <p:cNvSpPr>
            <a:spLocks noGrp="1"/>
          </p:cNvSpPr>
          <p:nvPr>
            <p:ph type="pic" sz="quarter" idx="14"/>
          </p:nvPr>
        </p:nvSpPr>
        <p:spPr>
          <a:xfrm>
            <a:off x="1" y="0"/>
            <a:ext cx="4244692" cy="6858000"/>
          </a:xfrm>
          <a:blipFill>
            <a:blip r:embed="rId2">
              <a:alphaModFix amt="60000"/>
            </a:blip>
            <a:stretch>
              <a:fillRect/>
            </a:stretch>
          </a:blipFill>
        </p:spPr>
        <p:txBody>
          <a:bodyPr/>
          <a:lstStyle>
            <a:lvl1pPr>
              <a:buNone/>
              <a:defRPr/>
            </a:lvl1pPr>
          </a:lstStyle>
          <a:p>
            <a:endParaRPr lang="en-US"/>
          </a:p>
        </p:txBody>
      </p:sp>
      <p:sp>
        <p:nvSpPr>
          <p:cNvPr id="7" name="Content Placeholder 6"/>
          <p:cNvSpPr>
            <a:spLocks noGrp="1"/>
          </p:cNvSpPr>
          <p:nvPr>
            <p:ph sz="quarter" idx="13"/>
          </p:nvPr>
        </p:nvSpPr>
        <p:spPr>
          <a:xfrm>
            <a:off x="5309879" y="2213108"/>
            <a:ext cx="5587420" cy="3591613"/>
          </a:xfrm>
        </p:spPr>
        <p:txBody>
          <a:bodyPr anchor="t">
            <a:normAutofit/>
          </a:bodyPr>
          <a:lstStyle>
            <a:lvl1pPr marL="457200" indent="-457200">
              <a:lnSpc>
                <a:spcPct val="120000"/>
              </a:lnSpc>
              <a:buFont typeface="+mj-lt"/>
              <a:buAutoNum type="arabicPeriod"/>
              <a:defRPr sz="1400" cap="all" spc="300" baseline="0">
                <a:latin typeface="+mj-lt"/>
              </a:defRPr>
            </a:lvl1pPr>
            <a:lvl2pPr marL="685800" indent="-457200">
              <a:lnSpc>
                <a:spcPct val="120000"/>
              </a:lnSpc>
              <a:buFont typeface="+mj-lt"/>
              <a:buAutoNum type="arabicPeriod"/>
              <a:defRPr sz="1400" cap="all" spc="300" baseline="0">
                <a:latin typeface="+mj-lt"/>
              </a:defRPr>
            </a:lvl2pPr>
            <a:lvl3pPr marL="800100" indent="-342900">
              <a:lnSpc>
                <a:spcPct val="120000"/>
              </a:lnSpc>
              <a:buFont typeface="+mj-lt"/>
              <a:buAutoNum type="arabicPeriod"/>
              <a:defRPr sz="1400" cap="all" spc="300" baseline="0">
                <a:latin typeface="+mj-lt"/>
              </a:defRPr>
            </a:lvl3pPr>
            <a:lvl4pPr marL="1028700" indent="-342900">
              <a:lnSpc>
                <a:spcPct val="120000"/>
              </a:lnSpc>
              <a:buFont typeface="+mj-lt"/>
              <a:buAutoNum type="arabicPeriod"/>
              <a:defRPr sz="1400" cap="all" spc="300" baseline="0">
                <a:latin typeface="+mj-lt"/>
              </a:defRPr>
            </a:lvl4pPr>
            <a:lvl5pPr marL="1257300" indent="-342900">
              <a:lnSpc>
                <a:spcPct val="120000"/>
              </a:lnSpc>
              <a:buFont typeface="+mj-lt"/>
              <a:buAutoNum type="arabicPeriod"/>
              <a:defRPr sz="1400" cap="all" spc="300" baseline="0">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1"/>
          </p:nvPr>
        </p:nvSpPr>
        <p:spPr>
          <a:xfrm>
            <a:off x="5280874" y="6063155"/>
            <a:ext cx="3133289" cy="365125"/>
          </a:xfrm>
        </p:spPr>
        <p:txBody>
          <a:bodyPr/>
          <a:lstStyle/>
          <a:p>
            <a:r>
              <a:rPr lang="en-US"/>
              <a:t>Sample Footer Text</a:t>
            </a:r>
            <a:endParaRPr lang="en-US"/>
          </a:p>
        </p:txBody>
      </p:sp>
      <p:sp>
        <p:nvSpPr>
          <p:cNvPr id="3" name="Date Placeholder 2"/>
          <p:cNvSpPr>
            <a:spLocks noGrp="1"/>
          </p:cNvSpPr>
          <p:nvPr>
            <p:ph type="dt" sz="half" idx="10"/>
          </p:nvPr>
        </p:nvSpPr>
        <p:spPr>
          <a:xfrm>
            <a:off x="8510069" y="6063155"/>
            <a:ext cx="2580069" cy="365125"/>
          </a:xfrm>
        </p:spPr>
        <p:txBody>
          <a:bodyPr/>
          <a:lstStyle/>
          <a:p>
            <a:fld id="{FD8DC020-D211-45A2-9F9F-A0C111FACB24}" type="datetime1">
              <a:rPr lang="en-US" smtClean="0"/>
            </a:fld>
            <a:endParaRPr lang="en-US"/>
          </a:p>
        </p:txBody>
      </p:sp>
      <p:sp>
        <p:nvSpPr>
          <p:cNvPr id="5" name="Slide Number Placeholder 4"/>
          <p:cNvSpPr>
            <a:spLocks noGrp="1"/>
          </p:cNvSpPr>
          <p:nvPr>
            <p:ph type="sldNum" sz="quarter" idx="12"/>
          </p:nvPr>
        </p:nvSpPr>
        <p:spPr>
          <a:xfrm>
            <a:off x="11172586" y="6063155"/>
            <a:ext cx="437990" cy="365125"/>
          </a:xfrm>
        </p:spPr>
        <p:txBody>
          <a:bodyPr/>
          <a:lstStyle/>
          <a:p>
            <a:fld id="{AEAA3239-9EA4-4A65-A281-97F994456D9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3">
    <p:spTree>
      <p:nvGrpSpPr>
        <p:cNvPr id="1" name=""/>
        <p:cNvGrpSpPr/>
        <p:nvPr/>
      </p:nvGrpSpPr>
      <p:grpSpPr>
        <a:xfrm>
          <a:off x="0" y="0"/>
          <a:ext cx="0" cy="0"/>
          <a:chOff x="0" y="0"/>
          <a:chExt cx="0" cy="0"/>
        </a:xfrm>
      </p:grpSpPr>
      <p:sp>
        <p:nvSpPr>
          <p:cNvPr id="17" name="Rectangle 16"/>
          <p:cNvSpPr/>
          <p:nvPr userDrawn="1"/>
        </p:nvSpPr>
        <p:spPr>
          <a:xfrm rot="16200000" flipH="1">
            <a:off x="4985204" y="-352243"/>
            <a:ext cx="6855369" cy="75598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p:cNvSpPr/>
          <p:nvPr userDrawn="1"/>
        </p:nvSpPr>
        <p:spPr>
          <a:xfrm rot="16200000" flipH="1">
            <a:off x="5249364" y="-5267620"/>
            <a:ext cx="1694089" cy="121928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p:cNvSpPr>
            <a:spLocks noGrp="1"/>
          </p:cNvSpPr>
          <p:nvPr>
            <p:ph type="title"/>
          </p:nvPr>
        </p:nvSpPr>
        <p:spPr>
          <a:xfrm>
            <a:off x="817927" y="407088"/>
            <a:ext cx="5929131" cy="899758"/>
          </a:xfrm>
        </p:spPr>
        <p:txBody>
          <a:bodyPr anchor="ctr"/>
          <a:lstStyle>
            <a:lvl1pPr>
              <a:lnSpc>
                <a:spcPct val="90000"/>
              </a:lnSpc>
              <a:defRPr sz="2600" baseline="0">
                <a:solidFill>
                  <a:schemeClr val="bg1"/>
                </a:solidFill>
                <a:latin typeface="+mn-lt"/>
              </a:defRPr>
            </a:lvl1pPr>
          </a:lstStyle>
          <a:p>
            <a:r>
              <a:rPr lang="en-US"/>
              <a:t>Click to edit Master title style</a:t>
            </a:r>
            <a:endParaRPr lang="en-US"/>
          </a:p>
        </p:txBody>
      </p:sp>
      <p:sp>
        <p:nvSpPr>
          <p:cNvPr id="6" name="Picture Placeholder 7"/>
          <p:cNvSpPr>
            <a:spLocks noGrp="1"/>
          </p:cNvSpPr>
          <p:nvPr>
            <p:ph type="pic" sz="quarter" idx="14"/>
          </p:nvPr>
        </p:nvSpPr>
        <p:spPr>
          <a:xfrm>
            <a:off x="-20301" y="1667616"/>
            <a:ext cx="4653262" cy="5187753"/>
          </a:xfrm>
          <a:blipFill>
            <a:blip r:embed="rId2">
              <a:alphaModFix amt="60000"/>
            </a:blip>
            <a:stretch>
              <a:fillRect/>
            </a:stretch>
          </a:blipFill>
        </p:spPr>
        <p:txBody>
          <a:bodyPr/>
          <a:lstStyle>
            <a:lvl1pPr>
              <a:buNone/>
              <a:defRPr/>
            </a:lvl1pPr>
          </a:lstStyle>
          <a:p>
            <a:endParaRPr lang="en-US"/>
          </a:p>
        </p:txBody>
      </p:sp>
      <p:sp>
        <p:nvSpPr>
          <p:cNvPr id="7" name="Content Placeholder 6"/>
          <p:cNvSpPr>
            <a:spLocks noGrp="1"/>
          </p:cNvSpPr>
          <p:nvPr>
            <p:ph sz="quarter" idx="13"/>
          </p:nvPr>
        </p:nvSpPr>
        <p:spPr>
          <a:xfrm>
            <a:off x="5498988" y="2369517"/>
            <a:ext cx="5811520" cy="3546727"/>
          </a:xfrm>
        </p:spPr>
        <p:txBody>
          <a:bodyPr anchor="ctr">
            <a:normAutofit/>
          </a:bodyPr>
          <a:lstStyle>
            <a:lvl1pPr marL="457200" indent="-457200">
              <a:lnSpc>
                <a:spcPct val="120000"/>
              </a:lnSpc>
              <a:buFont typeface="+mj-lt"/>
              <a:buAutoNum type="arabicPeriod"/>
              <a:defRPr sz="1800" cap="none" spc="0" baseline="0">
                <a:solidFill>
                  <a:schemeClr val="bg1"/>
                </a:solidFill>
                <a:latin typeface="+mn-lt"/>
              </a:defRPr>
            </a:lvl1pPr>
            <a:lvl2pPr marL="685800" indent="-457200">
              <a:lnSpc>
                <a:spcPct val="120000"/>
              </a:lnSpc>
              <a:buFont typeface="+mj-lt"/>
              <a:buAutoNum type="arabicPeriod"/>
              <a:defRPr sz="1600" cap="none" spc="0" baseline="0">
                <a:solidFill>
                  <a:schemeClr val="bg1"/>
                </a:solidFill>
                <a:latin typeface="+mn-lt"/>
              </a:defRPr>
            </a:lvl2pPr>
            <a:lvl3pPr marL="800100" indent="-342900">
              <a:lnSpc>
                <a:spcPct val="120000"/>
              </a:lnSpc>
              <a:buFont typeface="+mj-lt"/>
              <a:buAutoNum type="arabicPeriod"/>
              <a:defRPr sz="1600" cap="none" spc="0" baseline="0">
                <a:solidFill>
                  <a:schemeClr val="bg1"/>
                </a:solidFill>
                <a:latin typeface="+mn-lt"/>
              </a:defRPr>
            </a:lvl3pPr>
            <a:lvl4pPr marL="1028700" indent="-342900">
              <a:lnSpc>
                <a:spcPct val="120000"/>
              </a:lnSpc>
              <a:buFont typeface="+mj-lt"/>
              <a:buAutoNum type="arabicPeriod"/>
              <a:defRPr sz="1600" cap="none" spc="0" baseline="0">
                <a:solidFill>
                  <a:schemeClr val="bg1"/>
                </a:solidFill>
                <a:latin typeface="+mn-lt"/>
              </a:defRPr>
            </a:lvl4pPr>
            <a:lvl5pPr marL="1257300" indent="-342900">
              <a:lnSpc>
                <a:spcPct val="120000"/>
              </a:lnSpc>
              <a:buFont typeface="+mj-lt"/>
              <a:buAutoNum type="arabicPeriod"/>
              <a:defRPr sz="1600" cap="none" spc="0" baseline="0">
                <a:solidFill>
                  <a:schemeClr val="bg1"/>
                </a:solidFill>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1"/>
          </p:nvPr>
        </p:nvSpPr>
        <p:spPr>
          <a:xfrm>
            <a:off x="5498988" y="6323214"/>
            <a:ext cx="3011081" cy="365125"/>
          </a:xfrm>
        </p:spPr>
        <p:txBody>
          <a:bodyPr/>
          <a:lstStyle>
            <a:lvl1pPr>
              <a:defRPr>
                <a:solidFill>
                  <a:schemeClr val="tx1"/>
                </a:solidFill>
              </a:defRPr>
            </a:lvl1pPr>
          </a:lstStyle>
          <a:p>
            <a:r>
              <a:rPr lang="en-US"/>
              <a:t>Sample Footer Text</a:t>
            </a:r>
            <a:endParaRPr lang="en-US"/>
          </a:p>
        </p:txBody>
      </p:sp>
      <p:sp>
        <p:nvSpPr>
          <p:cNvPr id="3" name="Date Placeholder 2"/>
          <p:cNvSpPr>
            <a:spLocks noGrp="1"/>
          </p:cNvSpPr>
          <p:nvPr>
            <p:ph type="dt" sz="half" idx="10"/>
          </p:nvPr>
        </p:nvSpPr>
        <p:spPr/>
        <p:txBody>
          <a:bodyPr/>
          <a:lstStyle>
            <a:lvl1pPr>
              <a:defRPr>
                <a:solidFill>
                  <a:schemeClr val="tx1"/>
                </a:solidFill>
              </a:defRPr>
            </a:lvl1pPr>
          </a:lstStyle>
          <a:p>
            <a:fld id="{2E40485F-B680-43DA-8EFD-ACA3786FC64F}" type="datetime1">
              <a:rPr lang="en-US" smtClean="0"/>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1" name="Rectangle 20"/>
          <p:cNvSpPr/>
          <p:nvPr userDrawn="1"/>
        </p:nvSpPr>
        <p:spPr>
          <a:xfrm rot="16200000">
            <a:off x="2917755" y="3438538"/>
            <a:ext cx="260487" cy="609600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rot="16200000">
            <a:off x="2917755" y="3698768"/>
            <a:ext cx="260487" cy="609600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rot="16200000">
            <a:off x="9013757" y="3438538"/>
            <a:ext cx="260487" cy="609600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rot="16200000">
            <a:off x="9013757" y="3698768"/>
            <a:ext cx="260487" cy="6096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2891" y="1754909"/>
            <a:ext cx="4570407" cy="1293521"/>
          </a:xfrm>
        </p:spPr>
        <p:txBody>
          <a:bodyPr/>
          <a:lstStyle>
            <a:lvl1pPr algn="ctr">
              <a:buFont typeface="Arial" panose="020B0704020202020204" pitchFamily="34" charset="0"/>
              <a:buNone/>
              <a:defRPr/>
            </a:lvl1pPr>
          </a:lstStyle>
          <a:p>
            <a:r>
              <a:rPr lang="en-US"/>
              <a:t>Click to edit Master title style</a:t>
            </a:r>
            <a:endParaRPr lang="en-US"/>
          </a:p>
        </p:txBody>
      </p:sp>
      <p:sp>
        <p:nvSpPr>
          <p:cNvPr id="3" name="Content Placeholder 2"/>
          <p:cNvSpPr>
            <a:spLocks noGrp="1"/>
          </p:cNvSpPr>
          <p:nvPr>
            <p:ph idx="1"/>
          </p:nvPr>
        </p:nvSpPr>
        <p:spPr>
          <a:xfrm>
            <a:off x="3812891" y="3218203"/>
            <a:ext cx="4570407" cy="1715138"/>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817927" y="5903764"/>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5903764"/>
            <a:ext cx="2046806" cy="365125"/>
          </a:xfrm>
        </p:spPr>
        <p:txBody>
          <a:bodyPr/>
          <a:lstStyle/>
          <a:p>
            <a:fld id="{3CA16254-30CD-4C33-B2BD-B36A0C60242E}" type="datetime1">
              <a:rPr lang="en-US" smtClean="0"/>
            </a:fld>
            <a:endParaRPr lang="en-US"/>
          </a:p>
        </p:txBody>
      </p:sp>
      <p:sp>
        <p:nvSpPr>
          <p:cNvPr id="6" name="Slide Number Placeholder 5"/>
          <p:cNvSpPr>
            <a:spLocks noGrp="1"/>
          </p:cNvSpPr>
          <p:nvPr>
            <p:ph type="sldNum" sz="quarter" idx="12"/>
          </p:nvPr>
        </p:nvSpPr>
        <p:spPr>
          <a:xfrm>
            <a:off x="11172586" y="590376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7" name="Rectangle 6"/>
          <p:cNvSpPr/>
          <p:nvPr userDrawn="1"/>
        </p:nvSpPr>
        <p:spPr>
          <a:xfrm>
            <a:off x="9016383" y="1347534"/>
            <a:ext cx="260487" cy="41833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2964588" y="1485363"/>
            <a:ext cx="260487" cy="404551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6200000">
            <a:off x="5990487" y="2244492"/>
            <a:ext cx="260487" cy="631228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6200000">
            <a:off x="5990486" y="-1678364"/>
            <a:ext cx="260487" cy="6312283"/>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55285" y="2039281"/>
            <a:ext cx="3481430" cy="1036044"/>
          </a:xfrm>
        </p:spPr>
        <p:txBody>
          <a:bodyPr/>
          <a:lstStyle>
            <a:lvl1pPr algn="ctr">
              <a:buFont typeface="Arial" panose="020B0704020202020204" pitchFamily="34" charset="0"/>
              <a:buNone/>
              <a:defRPr/>
            </a:lvl1pPr>
          </a:lstStyle>
          <a:p>
            <a:r>
              <a:rPr lang="en-US"/>
              <a:t>Click to edit Master title style</a:t>
            </a:r>
            <a:endParaRPr lang="en-US"/>
          </a:p>
        </p:txBody>
      </p:sp>
      <p:sp>
        <p:nvSpPr>
          <p:cNvPr id="3" name="Content Placeholder 2"/>
          <p:cNvSpPr>
            <a:spLocks noGrp="1"/>
          </p:cNvSpPr>
          <p:nvPr>
            <p:ph idx="1"/>
          </p:nvPr>
        </p:nvSpPr>
        <p:spPr>
          <a:xfrm>
            <a:off x="4374074" y="3245098"/>
            <a:ext cx="3443852" cy="1597150"/>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6D27CAE6-134A-4DF9-899A-96F1EFEAFCB2}"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p:cNvSpPr>
            <a:spLocks noGrp="1"/>
          </p:cNvSpPr>
          <p:nvPr>
            <p:ph type="title"/>
          </p:nvPr>
        </p:nvSpPr>
        <p:spPr>
          <a:xfrm>
            <a:off x="1889682" y="2471003"/>
            <a:ext cx="2735611" cy="1915995"/>
          </a:xfrm>
        </p:spPr>
        <p:txBody>
          <a:bodyPr anchor="ctr"/>
          <a:lstStyle>
            <a:lvl1pPr algn="ctr">
              <a:defRPr/>
            </a:lvl1pPr>
          </a:lstStyle>
          <a:p>
            <a:r>
              <a:rPr lang="en-US"/>
              <a:t>Click to edit Master title style</a:t>
            </a:r>
            <a:endParaRPr lang="en-US"/>
          </a:p>
        </p:txBody>
      </p:sp>
      <p:sp>
        <p:nvSpPr>
          <p:cNvPr id="3" name="Content Placeholder 2"/>
          <p:cNvSpPr>
            <a:spLocks noGrp="1"/>
          </p:cNvSpPr>
          <p:nvPr>
            <p:ph idx="1"/>
          </p:nvPr>
        </p:nvSpPr>
        <p:spPr>
          <a:xfrm>
            <a:off x="6362240" y="1106714"/>
            <a:ext cx="4651841" cy="4644572"/>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E8367C19-CBB7-402B-A28E-2EEE9B0D5727}"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8" name="Rectangle 7"/>
          <p:cNvSpPr/>
          <p:nvPr userDrawn="1"/>
        </p:nvSpPr>
        <p:spPr>
          <a:xfrm>
            <a:off x="5066555" y="1608021"/>
            <a:ext cx="260487" cy="356694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1187933" y="1608019"/>
            <a:ext cx="260487" cy="356694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6200000">
            <a:off x="3257489" y="3105408"/>
            <a:ext cx="260487" cy="38786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rot="16200000">
            <a:off x="2997002" y="-201046"/>
            <a:ext cx="260487" cy="38786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7" name="Rectangle 6"/>
          <p:cNvSpPr/>
          <p:nvPr userDrawn="1"/>
        </p:nvSpPr>
        <p:spPr>
          <a:xfrm rot="16200000">
            <a:off x="2599987" y="3999545"/>
            <a:ext cx="260487" cy="546046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16200000">
            <a:off x="8695989" y="3364009"/>
            <a:ext cx="260487" cy="673153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6200000">
            <a:off x="2599990" y="3745541"/>
            <a:ext cx="260487" cy="5460465"/>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6200000">
            <a:off x="8695992" y="3110005"/>
            <a:ext cx="260487" cy="67315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65514" y="1716383"/>
            <a:ext cx="3022600" cy="1915995"/>
          </a:xfrm>
        </p:spPr>
        <p:txBody>
          <a:bodyPr anchor="t"/>
          <a:lstStyle/>
          <a:p>
            <a:r>
              <a:rPr lang="en-US"/>
              <a:t>Click to edit Master title style</a:t>
            </a:r>
            <a:endParaRPr lang="en-US"/>
          </a:p>
        </p:txBody>
      </p:sp>
      <p:sp>
        <p:nvSpPr>
          <p:cNvPr id="3" name="Content Placeholder 2"/>
          <p:cNvSpPr>
            <a:spLocks noGrp="1"/>
          </p:cNvSpPr>
          <p:nvPr>
            <p:ph idx="1"/>
          </p:nvPr>
        </p:nvSpPr>
        <p:spPr>
          <a:xfrm>
            <a:off x="5401701" y="1716383"/>
            <a:ext cx="4874414" cy="343395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817927" y="5907024"/>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5907024"/>
            <a:ext cx="2046806" cy="365125"/>
          </a:xfrm>
        </p:spPr>
        <p:txBody>
          <a:bodyPr/>
          <a:lstStyle/>
          <a:p>
            <a:fld id="{AB0A3A98-6E55-451E-82A3-D602C57D3308}" type="datetime1">
              <a:rPr lang="en-US" smtClean="0"/>
            </a:fld>
            <a:endParaRPr lang="en-US"/>
          </a:p>
        </p:txBody>
      </p:sp>
      <p:sp>
        <p:nvSpPr>
          <p:cNvPr id="6" name="Slide Number Placeholder 5"/>
          <p:cNvSpPr>
            <a:spLocks noGrp="1"/>
          </p:cNvSpPr>
          <p:nvPr>
            <p:ph type="sldNum" sz="quarter" idx="12"/>
          </p:nvPr>
        </p:nvSpPr>
        <p:spPr>
          <a:xfrm>
            <a:off x="11172586" y="590702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p:cNvSpPr>
            <a:spLocks noGrp="1"/>
          </p:cNvSpPr>
          <p:nvPr>
            <p:ph type="title"/>
          </p:nvPr>
        </p:nvSpPr>
        <p:spPr>
          <a:xfrm>
            <a:off x="1665514" y="1716383"/>
            <a:ext cx="3022600" cy="1915995"/>
          </a:xfrm>
        </p:spPr>
        <p:txBody>
          <a:bodyPr anchor="t"/>
          <a:lstStyle/>
          <a:p>
            <a:r>
              <a:rPr lang="en-US"/>
              <a:t>Click to edit Master title style</a:t>
            </a:r>
            <a:endParaRPr lang="en-US"/>
          </a:p>
        </p:txBody>
      </p:sp>
      <p:sp>
        <p:nvSpPr>
          <p:cNvPr id="3" name="Content Placeholder 2"/>
          <p:cNvSpPr>
            <a:spLocks noGrp="1"/>
          </p:cNvSpPr>
          <p:nvPr>
            <p:ph idx="1"/>
          </p:nvPr>
        </p:nvSpPr>
        <p:spPr>
          <a:xfrm>
            <a:off x="5401701" y="1716383"/>
            <a:ext cx="4874414" cy="343395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817927" y="6152500"/>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6153912"/>
            <a:ext cx="2046806" cy="365125"/>
          </a:xfrm>
        </p:spPr>
        <p:txBody>
          <a:bodyPr/>
          <a:lstStyle/>
          <a:p>
            <a:fld id="{CBE40BAB-681A-4897-A5C0-AFDFAECCDF53}" type="datetime1">
              <a:rPr lang="en-US" smtClean="0"/>
            </a:fld>
            <a:endParaRPr lang="en-US"/>
          </a:p>
        </p:txBody>
      </p:sp>
      <p:sp>
        <p:nvSpPr>
          <p:cNvPr id="6" name="Slide Number Placeholder 5"/>
          <p:cNvSpPr>
            <a:spLocks noGrp="1"/>
          </p:cNvSpPr>
          <p:nvPr>
            <p:ph type="sldNum" sz="quarter" idx="12"/>
          </p:nvPr>
        </p:nvSpPr>
        <p:spPr>
          <a:xfrm>
            <a:off x="11172586" y="6153912"/>
            <a:ext cx="437990" cy="365125"/>
          </a:xfrm>
        </p:spPr>
        <p:txBody>
          <a:bodyPr/>
          <a:lstStyle/>
          <a:p>
            <a:fld id="{70EC1AA3-E190-46A4-AF04-8889F5477E2A}" type="slidenum">
              <a:rPr lang="en-US" smtClean="0"/>
            </a:fld>
            <a:endParaRPr lang="en-US"/>
          </a:p>
        </p:txBody>
      </p:sp>
      <p:sp>
        <p:nvSpPr>
          <p:cNvPr id="9" name="Rectangle 8"/>
          <p:cNvSpPr/>
          <p:nvPr userDrawn="1"/>
        </p:nvSpPr>
        <p:spPr>
          <a:xfrm rot="5400000">
            <a:off x="5965757" y="635333"/>
            <a:ext cx="260487" cy="121919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p:cNvSpPr>
            <a:spLocks noGrp="1"/>
          </p:cNvSpPr>
          <p:nvPr>
            <p:ph type="title"/>
          </p:nvPr>
        </p:nvSpPr>
        <p:spPr>
          <a:xfrm>
            <a:off x="838200" y="942563"/>
            <a:ext cx="3196905" cy="1915995"/>
          </a:xfrm>
        </p:spPr>
        <p:txBody>
          <a:bodyPr anchor="t"/>
          <a:lstStyle/>
          <a:p>
            <a:r>
              <a:rPr lang="en-US"/>
              <a:t>Click to edit Master title style</a:t>
            </a:r>
            <a:endParaRPr lang="en-US"/>
          </a:p>
        </p:txBody>
      </p:sp>
      <p:sp>
        <p:nvSpPr>
          <p:cNvPr id="3" name="Content Placeholder 2"/>
          <p:cNvSpPr>
            <a:spLocks noGrp="1"/>
          </p:cNvSpPr>
          <p:nvPr>
            <p:ph idx="1"/>
          </p:nvPr>
        </p:nvSpPr>
        <p:spPr>
          <a:xfrm>
            <a:off x="4851610" y="973823"/>
            <a:ext cx="5247888" cy="456394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A09EE1A9-8578-4263-AA11-B0367CBB1C55}"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p:cNvSpPr>
            <a:spLocks noGrp="1"/>
          </p:cNvSpPr>
          <p:nvPr>
            <p:ph type="title"/>
          </p:nvPr>
        </p:nvSpPr>
        <p:spPr>
          <a:xfrm>
            <a:off x="838201" y="937374"/>
            <a:ext cx="2958548" cy="1915995"/>
          </a:xfrm>
        </p:spPr>
        <p:txBody>
          <a:bodyPr anchor="t"/>
          <a:lstStyle/>
          <a:p>
            <a:r>
              <a:rPr lang="en-US"/>
              <a:t>Click to edit Master title style</a:t>
            </a:r>
            <a:endParaRPr lang="en-US"/>
          </a:p>
        </p:txBody>
      </p:sp>
      <p:sp>
        <p:nvSpPr>
          <p:cNvPr id="3" name="Content Placeholder 2"/>
          <p:cNvSpPr>
            <a:spLocks noGrp="1"/>
          </p:cNvSpPr>
          <p:nvPr>
            <p:ph idx="1"/>
          </p:nvPr>
        </p:nvSpPr>
        <p:spPr>
          <a:xfrm>
            <a:off x="4310744" y="968634"/>
            <a:ext cx="6603999" cy="487753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317C7AAE-F35A-484C-AA7B-5B705B47CD90}"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8" name="Rectangle 7"/>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p:cNvSpPr>
            <a:spLocks noGrp="1"/>
          </p:cNvSpPr>
          <p:nvPr>
            <p:ph type="title"/>
          </p:nvPr>
        </p:nvSpPr>
        <p:spPr>
          <a:xfrm>
            <a:off x="838200" y="1295525"/>
            <a:ext cx="8073571" cy="721054"/>
          </a:xfrm>
        </p:spPr>
        <p:txBody>
          <a:bodyPr/>
          <a:lstStyle>
            <a:lvl1pPr>
              <a:defRPr>
                <a:solidFill>
                  <a:schemeClr val="tx2"/>
                </a:solidFill>
              </a:defRPr>
            </a:lvl1pPr>
          </a:lstStyle>
          <a:p>
            <a:r>
              <a:rPr lang="en-US"/>
              <a:t>Click to edit Master title style</a:t>
            </a:r>
            <a:endParaRPr lang="en-US"/>
          </a:p>
        </p:txBody>
      </p:sp>
      <p:sp>
        <p:nvSpPr>
          <p:cNvPr id="3" name="Content Placeholder 2"/>
          <p:cNvSpPr>
            <a:spLocks noGrp="1"/>
          </p:cNvSpPr>
          <p:nvPr>
            <p:ph idx="1"/>
          </p:nvPr>
        </p:nvSpPr>
        <p:spPr>
          <a:xfrm>
            <a:off x="838199" y="2568160"/>
            <a:ext cx="8915401" cy="299880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0ED70B26-BB51-4670-8CA0-8843DF1D3018}"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rot="10800000" flipH="1">
            <a:off x="11932221" y="4479480"/>
            <a:ext cx="260487" cy="23785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0800000" flipH="1">
            <a:off x="11671991" y="4479480"/>
            <a:ext cx="260487" cy="237851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0800000" flipH="1">
            <a:off x="11932221" y="0"/>
            <a:ext cx="260487" cy="447948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rot="10800000" flipH="1">
            <a:off x="11671991" y="0"/>
            <a:ext cx="260487" cy="4479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2" name="Title 1"/>
          <p:cNvSpPr>
            <a:spLocks noGrp="1"/>
          </p:cNvSpPr>
          <p:nvPr>
            <p:ph type="title"/>
          </p:nvPr>
        </p:nvSpPr>
        <p:spPr>
          <a:xfrm>
            <a:off x="817925" y="575567"/>
            <a:ext cx="10500655" cy="778647"/>
          </a:xfrm>
        </p:spPr>
        <p:txBody>
          <a:bodyPr/>
          <a:lstStyle/>
          <a:p>
            <a:r>
              <a:rPr lang="en-US"/>
              <a:t>Click to edit Master title style</a:t>
            </a:r>
            <a:endParaRPr lang="en-US"/>
          </a:p>
        </p:txBody>
      </p:sp>
      <p:sp>
        <p:nvSpPr>
          <p:cNvPr id="3" name="Content Placeholder 2"/>
          <p:cNvSpPr>
            <a:spLocks noGrp="1"/>
          </p:cNvSpPr>
          <p:nvPr>
            <p:ph idx="1"/>
          </p:nvPr>
        </p:nvSpPr>
        <p:spPr>
          <a:xfrm>
            <a:off x="817926" y="1502584"/>
            <a:ext cx="10500656" cy="419896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817927" y="6153912"/>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6153912"/>
            <a:ext cx="2046806" cy="365125"/>
          </a:xfrm>
        </p:spPr>
        <p:txBody>
          <a:bodyPr/>
          <a:lstStyle/>
          <a:p>
            <a:fld id="{D124819C-A3B6-4A74-A72E-028129076CAE}" type="datetime1">
              <a:rPr lang="en-US" smtClean="0"/>
            </a:fld>
            <a:endParaRPr lang="en-US"/>
          </a:p>
        </p:txBody>
      </p:sp>
      <p:sp>
        <p:nvSpPr>
          <p:cNvPr id="6" name="Slide Number Placeholder 5"/>
          <p:cNvSpPr>
            <a:spLocks noGrp="1"/>
          </p:cNvSpPr>
          <p:nvPr>
            <p:ph type="sldNum" sz="quarter" idx="12"/>
          </p:nvPr>
        </p:nvSpPr>
        <p:spPr>
          <a:xfrm>
            <a:off x="11172586" y="6153912"/>
            <a:ext cx="437990" cy="365125"/>
          </a:xfrm>
        </p:spPr>
        <p:txBody>
          <a:bodyPr/>
          <a:lstStyle/>
          <a:p>
            <a:fld id="{70EC1AA3-E190-46A4-AF04-8889F5477E2A}" type="slidenum">
              <a:rPr lang="en-US" smtClean="0"/>
            </a:fld>
            <a:endParaRPr lang="en-US"/>
          </a:p>
        </p:txBody>
      </p:sp>
      <p:sp>
        <p:nvSpPr>
          <p:cNvPr id="7" name="Rectangle 6"/>
          <p:cNvSpPr/>
          <p:nvPr userDrawn="1"/>
        </p:nvSpPr>
        <p:spPr>
          <a:xfrm rot="5400000">
            <a:off x="5965757" y="635333"/>
            <a:ext cx="260487" cy="1219199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sp>
        <p:nvSpPr>
          <p:cNvPr id="2" name="Title 1"/>
          <p:cNvSpPr>
            <a:spLocks noGrp="1"/>
          </p:cNvSpPr>
          <p:nvPr>
            <p:ph type="title"/>
          </p:nvPr>
        </p:nvSpPr>
        <p:spPr>
          <a:xfrm>
            <a:off x="838200" y="897202"/>
            <a:ext cx="7484390" cy="778647"/>
          </a:xfrm>
        </p:spPr>
        <p:txBody>
          <a:bodyPr/>
          <a:lstStyle/>
          <a:p>
            <a:r>
              <a:rPr lang="en-US"/>
              <a:t>Click to edit Master title style</a:t>
            </a:r>
            <a:endParaRPr lang="en-US"/>
          </a:p>
        </p:txBody>
      </p:sp>
      <p:sp>
        <p:nvSpPr>
          <p:cNvPr id="3" name="Content Placeholder 2"/>
          <p:cNvSpPr>
            <a:spLocks noGrp="1"/>
          </p:cNvSpPr>
          <p:nvPr>
            <p:ph idx="1"/>
          </p:nvPr>
        </p:nvSpPr>
        <p:spPr>
          <a:xfrm>
            <a:off x="838200" y="1825241"/>
            <a:ext cx="7484390" cy="393700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53C8E746-21A0-4991-928E-68B8211ABD33}"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838200" y="712265"/>
            <a:ext cx="4242732" cy="1324172"/>
          </a:xfrm>
        </p:spPr>
        <p:txBody>
          <a:bodyPr/>
          <a:lstStyle/>
          <a:p>
            <a:r>
              <a:rPr lang="en-US"/>
              <a:t>Click to edit Master title style</a:t>
            </a:r>
            <a:endParaRPr lang="en-US"/>
          </a:p>
        </p:txBody>
      </p:sp>
      <p:sp>
        <p:nvSpPr>
          <p:cNvPr id="3" name="Content Placeholder 2"/>
          <p:cNvSpPr>
            <a:spLocks noGrp="1"/>
          </p:cNvSpPr>
          <p:nvPr>
            <p:ph idx="1"/>
          </p:nvPr>
        </p:nvSpPr>
        <p:spPr>
          <a:xfrm>
            <a:off x="838200" y="2171374"/>
            <a:ext cx="4242732" cy="3974361"/>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 name="Picture Placeholder 29"/>
          <p:cNvSpPr>
            <a:spLocks noGrp="1"/>
          </p:cNvSpPr>
          <p:nvPr>
            <p:ph type="pic" sz="quarter" idx="13"/>
          </p:nvPr>
        </p:nvSpPr>
        <p:spPr>
          <a:xfrm>
            <a:off x="6281148" y="983048"/>
            <a:ext cx="4942405" cy="4906714"/>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ED6F906C-3073-4CC2-913F-7E7D35FB8D87}"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rot="5400000">
            <a:off x="8491863" y="3414045"/>
            <a:ext cx="260487" cy="52028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020662" y="716779"/>
            <a:ext cx="260487" cy="54334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11223556" y="722560"/>
            <a:ext cx="260487" cy="542317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5400000">
            <a:off x="8752351" y="-1753258"/>
            <a:ext cx="260487" cy="52028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6506919" y="701001"/>
            <a:ext cx="4682492" cy="975661"/>
          </a:xfrm>
        </p:spPr>
        <p:txBody>
          <a:bodyPr/>
          <a:lstStyle/>
          <a:p>
            <a:r>
              <a:rPr lang="en-US"/>
              <a:t>Click to edit Master title style</a:t>
            </a:r>
            <a:endParaRPr lang="en-US"/>
          </a:p>
        </p:txBody>
      </p:sp>
      <p:sp>
        <p:nvSpPr>
          <p:cNvPr id="30" name="Picture Placeholder 29"/>
          <p:cNvSpPr>
            <a:spLocks noGrp="1"/>
          </p:cNvSpPr>
          <p:nvPr>
            <p:ph type="pic" sz="quarter" idx="13"/>
          </p:nvPr>
        </p:nvSpPr>
        <p:spPr>
          <a:xfrm>
            <a:off x="996761" y="975776"/>
            <a:ext cx="4333645" cy="4928130"/>
          </a:xfrm>
          <a:blipFill>
            <a:blip r:embed="rId2">
              <a:alphaModFix amt="60000"/>
            </a:blip>
            <a:stretch>
              <a:fillRect/>
            </a:stretch>
          </a:blipFill>
        </p:spPr>
        <p:txBody>
          <a:bodyPr/>
          <a:lstStyle>
            <a:lvl1pPr>
              <a:buNone/>
              <a:defRPr/>
            </a:lvl1pPr>
          </a:lstStyle>
          <a:p>
            <a:endParaRPr lang="en-US"/>
          </a:p>
        </p:txBody>
      </p:sp>
      <p:sp>
        <p:nvSpPr>
          <p:cNvPr id="3" name="Content Placeholder 2"/>
          <p:cNvSpPr>
            <a:spLocks noGrp="1"/>
          </p:cNvSpPr>
          <p:nvPr>
            <p:ph idx="1"/>
          </p:nvPr>
        </p:nvSpPr>
        <p:spPr>
          <a:xfrm>
            <a:off x="6506919" y="1823175"/>
            <a:ext cx="4682492" cy="43109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53A89D7D-92A0-4C93-B043-9AAD52A88181}"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26" name="Rectangle 25"/>
          <p:cNvSpPr/>
          <p:nvPr/>
        </p:nvSpPr>
        <p:spPr>
          <a:xfrm rot="5400000">
            <a:off x="3033223" y="-1586311"/>
            <a:ext cx="260487" cy="48636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31624" y="716828"/>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334824" y="975776"/>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rot="5400000">
            <a:off x="2902978" y="3732551"/>
            <a:ext cx="260487" cy="46032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6" name="Rectangle 25"/>
          <p:cNvSpPr/>
          <p:nvPr userDrawn="1"/>
        </p:nvSpPr>
        <p:spPr>
          <a:xfrm>
            <a:off x="4056269" y="0"/>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rot="5400000">
            <a:off x="8128427" y="-3803084"/>
            <a:ext cx="260487" cy="786665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106905"/>
            <a:ext cx="2585720" cy="1892819"/>
          </a:xfrm>
        </p:spPr>
        <p:txBody>
          <a:bodyPr/>
          <a:lstStyle/>
          <a:p>
            <a:r>
              <a:rPr lang="en-US"/>
              <a:t>Click to edit Master title style</a:t>
            </a:r>
            <a:endParaRPr lang="en-US"/>
          </a:p>
        </p:txBody>
      </p:sp>
      <p:sp>
        <p:nvSpPr>
          <p:cNvPr id="3" name="Content Placeholder 2"/>
          <p:cNvSpPr>
            <a:spLocks noGrp="1"/>
          </p:cNvSpPr>
          <p:nvPr>
            <p:ph idx="1"/>
          </p:nvPr>
        </p:nvSpPr>
        <p:spPr>
          <a:xfrm>
            <a:off x="838200" y="3192411"/>
            <a:ext cx="2453194" cy="2352014"/>
          </a:xfrm>
        </p:spPr>
        <p:txBody>
          <a:bodyPr/>
          <a:lstStyle>
            <a:lvl1pPr marL="228600">
              <a:buNone/>
              <a:defRPr/>
            </a:lvl1pPr>
            <a:lvl2pPr marL="365760">
              <a:buNone/>
              <a:defRPr/>
            </a:lvl2pPr>
            <a:lvl3pPr marL="365760">
              <a:buNone/>
              <a:defRPr/>
            </a:lvl3pPr>
            <a:lvl4pPr marL="365760">
              <a:buNone/>
              <a:defRPr/>
            </a:lvl4pPr>
            <a:lvl5pPr marL="36576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28" name="Picture Placeholder 27"/>
          <p:cNvSpPr>
            <a:spLocks noGrp="1"/>
          </p:cNvSpPr>
          <p:nvPr>
            <p:ph type="pic" sz="quarter" idx="13"/>
          </p:nvPr>
        </p:nvSpPr>
        <p:spPr>
          <a:xfrm>
            <a:off x="4325341" y="260488"/>
            <a:ext cx="7597581" cy="6350842"/>
          </a:xfrm>
          <a:blipFill>
            <a:blip r:embed="rId2">
              <a:alphaModFix amt="60000"/>
            </a:blip>
            <a:stretch>
              <a:fillRect/>
            </a:stretch>
          </a:blipFill>
        </p:spPr>
        <p:txBody>
          <a:bodyPr/>
          <a:lstStyle>
            <a:lvl1pPr>
              <a:buNone/>
              <a:defRPr/>
            </a:lvl1pPr>
          </a:lstStyle>
          <a:p>
            <a:endParaRPr lang="en-US"/>
          </a:p>
        </p:txBody>
      </p:sp>
      <p:sp>
        <p:nvSpPr>
          <p:cNvPr id="29" name="Rectangle 28"/>
          <p:cNvSpPr/>
          <p:nvPr userDrawn="1"/>
        </p:nvSpPr>
        <p:spPr>
          <a:xfrm rot="5400000">
            <a:off x="7860573" y="2808245"/>
            <a:ext cx="260487" cy="78666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userDrawn="1"/>
        </p:nvSpPr>
        <p:spPr>
          <a:xfrm>
            <a:off x="11922923" y="260488"/>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7829751" y="713606"/>
            <a:ext cx="3377235" cy="1322334"/>
          </a:xfrm>
        </p:spPr>
        <p:txBody>
          <a:bodyPr/>
          <a:lstStyle/>
          <a:p>
            <a:r>
              <a:rPr lang="en-US"/>
              <a:t>Click to edit Master title style</a:t>
            </a:r>
            <a:endParaRPr lang="en-US"/>
          </a:p>
        </p:txBody>
      </p:sp>
      <p:sp>
        <p:nvSpPr>
          <p:cNvPr id="30" name="Picture Placeholder 29"/>
          <p:cNvSpPr>
            <a:spLocks noGrp="1"/>
          </p:cNvSpPr>
          <p:nvPr>
            <p:ph type="pic" sz="quarter" idx="13"/>
          </p:nvPr>
        </p:nvSpPr>
        <p:spPr>
          <a:xfrm>
            <a:off x="1001279" y="974092"/>
            <a:ext cx="5715121" cy="4917009"/>
          </a:xfrm>
          <a:blipFill>
            <a:blip r:embed="rId2">
              <a:alphaModFix amt="60000"/>
            </a:blip>
            <a:stretch>
              <a:fillRect/>
            </a:stretch>
          </a:blipFill>
        </p:spPr>
        <p:txBody>
          <a:bodyPr/>
          <a:lstStyle>
            <a:lvl1pPr>
              <a:buNone/>
              <a:defRPr/>
            </a:lvl1pPr>
          </a:lstStyle>
          <a:p>
            <a:endParaRPr lang="en-US"/>
          </a:p>
        </p:txBody>
      </p:sp>
      <p:sp>
        <p:nvSpPr>
          <p:cNvPr id="3" name="Content Placeholder 2"/>
          <p:cNvSpPr>
            <a:spLocks noGrp="1"/>
          </p:cNvSpPr>
          <p:nvPr>
            <p:ph idx="1"/>
          </p:nvPr>
        </p:nvSpPr>
        <p:spPr>
          <a:xfrm>
            <a:off x="7829752" y="2170877"/>
            <a:ext cx="3360986" cy="3896917"/>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FD690BC5-63F1-40D5-8076-8B4C09F9560E}"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rot="5400000">
            <a:off x="3728591" y="3163788"/>
            <a:ext cx="260487" cy="57151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userDrawn="1"/>
        </p:nvSpPr>
        <p:spPr>
          <a:xfrm>
            <a:off x="740792" y="718119"/>
            <a:ext cx="260487" cy="543347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userDrawn="1"/>
        </p:nvSpPr>
        <p:spPr>
          <a:xfrm>
            <a:off x="6716400" y="723900"/>
            <a:ext cx="260487" cy="542769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userDrawn="1"/>
        </p:nvSpPr>
        <p:spPr>
          <a:xfrm rot="5400000">
            <a:off x="3858835" y="-2143957"/>
            <a:ext cx="260487" cy="59756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838200" y="709161"/>
            <a:ext cx="3695298" cy="1326801"/>
          </a:xfrm>
        </p:spPr>
        <p:txBody>
          <a:bodyPr/>
          <a:lstStyle/>
          <a:p>
            <a:r>
              <a:rPr lang="en-US"/>
              <a:t>Click to edit Master title style</a:t>
            </a:r>
            <a:endParaRPr lang="en-US"/>
          </a:p>
        </p:txBody>
      </p:sp>
      <p:sp>
        <p:nvSpPr>
          <p:cNvPr id="3" name="Content Placeholder 2"/>
          <p:cNvSpPr>
            <a:spLocks noGrp="1"/>
          </p:cNvSpPr>
          <p:nvPr>
            <p:ph idx="1"/>
          </p:nvPr>
        </p:nvSpPr>
        <p:spPr>
          <a:xfrm>
            <a:off x="838200" y="2170899"/>
            <a:ext cx="3695299" cy="397412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a:xfrm>
            <a:off x="3429552" y="6323214"/>
            <a:ext cx="1229090" cy="365125"/>
          </a:xfrm>
        </p:spPr>
        <p:txBody>
          <a:bodyPr/>
          <a:lstStyle/>
          <a:p>
            <a:fld id="{AC74A619-298C-465F-9CB7-313B8ED5925E}" type="datetime1">
              <a:rPr lang="en-US" smtClean="0"/>
            </a:fld>
            <a:endParaRPr lang="en-US"/>
          </a:p>
        </p:txBody>
      </p:sp>
      <p:sp>
        <p:nvSpPr>
          <p:cNvPr id="6" name="Slide Number Placeholder 5"/>
          <p:cNvSpPr>
            <a:spLocks noGrp="1"/>
          </p:cNvSpPr>
          <p:nvPr>
            <p:ph type="sldNum" sz="quarter" idx="12"/>
          </p:nvPr>
        </p:nvSpPr>
        <p:spPr>
          <a:xfrm>
            <a:off x="4741090" y="6323214"/>
            <a:ext cx="437990" cy="365125"/>
          </a:xfrm>
        </p:spPr>
        <p:txBody>
          <a:bodyPr/>
          <a:lstStyle/>
          <a:p>
            <a:fld id="{70EC1AA3-E190-46A4-AF04-8889F5477E2A}" type="slidenum">
              <a:rPr lang="en-US" smtClean="0"/>
            </a:fld>
            <a:endParaRPr lang="en-US"/>
          </a:p>
        </p:txBody>
      </p:sp>
      <p:sp>
        <p:nvSpPr>
          <p:cNvPr id="30" name="Picture Placeholder 29"/>
          <p:cNvSpPr>
            <a:spLocks noGrp="1"/>
          </p:cNvSpPr>
          <p:nvPr>
            <p:ph type="pic" sz="quarter" idx="13"/>
          </p:nvPr>
        </p:nvSpPr>
        <p:spPr>
          <a:xfrm>
            <a:off x="5718495" y="263407"/>
            <a:ext cx="6206175" cy="6334105"/>
          </a:xfrm>
          <a:blipFill>
            <a:blip r:embed="rId2">
              <a:alphaModFix amt="60000"/>
            </a:blip>
            <a:stretch>
              <a:fillRect/>
            </a:stretch>
          </a:blipFill>
        </p:spPr>
        <p:txBody>
          <a:bodyPr/>
          <a:lstStyle>
            <a:lvl1pPr>
              <a:buNone/>
              <a:defRPr/>
            </a:lvl1pPr>
          </a:lstStyle>
          <a:p>
            <a:endParaRPr lang="en-US"/>
          </a:p>
        </p:txBody>
      </p:sp>
      <p:sp>
        <p:nvSpPr>
          <p:cNvPr id="28" name="Rectangle 27"/>
          <p:cNvSpPr/>
          <p:nvPr userDrawn="1"/>
        </p:nvSpPr>
        <p:spPr>
          <a:xfrm rot="5400000">
            <a:off x="8564513" y="3491003"/>
            <a:ext cx="260487" cy="64735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userDrawn="1"/>
        </p:nvSpPr>
        <p:spPr>
          <a:xfrm>
            <a:off x="5458008" y="-5781"/>
            <a:ext cx="260487" cy="6603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userDrawn="1"/>
        </p:nvSpPr>
        <p:spPr>
          <a:xfrm>
            <a:off x="11931513" y="0"/>
            <a:ext cx="260487"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userDrawn="1"/>
        </p:nvSpPr>
        <p:spPr>
          <a:xfrm rot="5400000">
            <a:off x="8825004" y="-3106508"/>
            <a:ext cx="260487" cy="647350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6" name="Rectangle 25"/>
          <p:cNvSpPr/>
          <p:nvPr userDrawn="1"/>
        </p:nvSpPr>
        <p:spPr>
          <a:xfrm>
            <a:off x="4056269" y="716370"/>
            <a:ext cx="269076" cy="542498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rot="5400000">
            <a:off x="7634581" y="-2861942"/>
            <a:ext cx="260487" cy="741711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userDrawn="1"/>
        </p:nvSpPr>
        <p:spPr>
          <a:xfrm rot="5400000">
            <a:off x="7761818" y="2429792"/>
            <a:ext cx="260487" cy="716263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userDrawn="1"/>
        </p:nvSpPr>
        <p:spPr>
          <a:xfrm>
            <a:off x="11204307" y="716370"/>
            <a:ext cx="269076" cy="516422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106905"/>
            <a:ext cx="2453194" cy="1892819"/>
          </a:xfrm>
        </p:spPr>
        <p:txBody>
          <a:bodyPr/>
          <a:lstStyle/>
          <a:p>
            <a:r>
              <a:rPr lang="en-US"/>
              <a:t>Click to edit Master title style</a:t>
            </a:r>
            <a:endParaRPr lang="en-US"/>
          </a:p>
        </p:txBody>
      </p:sp>
      <p:sp>
        <p:nvSpPr>
          <p:cNvPr id="3" name="Content Placeholder 2"/>
          <p:cNvSpPr>
            <a:spLocks noGrp="1"/>
          </p:cNvSpPr>
          <p:nvPr>
            <p:ph idx="1"/>
          </p:nvPr>
        </p:nvSpPr>
        <p:spPr>
          <a:xfrm>
            <a:off x="838200" y="3192411"/>
            <a:ext cx="2453194" cy="2352014"/>
          </a:xfrm>
        </p:spPr>
        <p:txBody>
          <a:bodyPr/>
          <a:lstStyle>
            <a:lvl1pPr>
              <a:buFont typeface="Arial" panose="020B0704020202020204" pitchFamily="34" charset="0"/>
              <a:buNone/>
              <a:defRPr/>
            </a:lvl1pPr>
            <a:lvl2pPr>
              <a:buFont typeface="Arial" panose="020B0704020202020204" pitchFamily="34" charset="0"/>
              <a:buNone/>
              <a:defRPr/>
            </a:lvl2pPr>
            <a:lvl3pPr>
              <a:buFont typeface="Arial" panose="020B0704020202020204" pitchFamily="34" charset="0"/>
              <a:buNone/>
              <a:defRPr/>
            </a:lvl3pPr>
            <a:lvl4pPr>
              <a:buFont typeface="Arial" panose="020B0704020202020204" pitchFamily="34" charset="0"/>
              <a:buNone/>
              <a:defRPr/>
            </a:lvl4pPr>
            <a:lvl5pPr>
              <a:buFont typeface="Arial" panose="020B0704020202020204" pitchFamily="34" charse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8" name="Picture Placeholder 27"/>
          <p:cNvSpPr>
            <a:spLocks noGrp="1"/>
          </p:cNvSpPr>
          <p:nvPr>
            <p:ph type="pic" sz="quarter" idx="13"/>
          </p:nvPr>
        </p:nvSpPr>
        <p:spPr>
          <a:xfrm>
            <a:off x="4325345" y="976857"/>
            <a:ext cx="6878961" cy="4903735"/>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59E054F0-3A32-4578-86E3-895E0E8600A7}"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838201" y="4293221"/>
            <a:ext cx="2778578" cy="1826245"/>
          </a:xfrm>
        </p:spPr>
        <p:txBody>
          <a:bodyPr anchor="t"/>
          <a:lstStyle/>
          <a:p>
            <a:r>
              <a:rPr lang="en-US"/>
              <a:t>Click to edit Master title style</a:t>
            </a:r>
            <a:endParaRPr lang="en-US"/>
          </a:p>
        </p:txBody>
      </p:sp>
      <p:sp>
        <p:nvSpPr>
          <p:cNvPr id="9" name="Picture Placeholder 8"/>
          <p:cNvSpPr>
            <a:spLocks noGrp="1"/>
          </p:cNvSpPr>
          <p:nvPr>
            <p:ph type="pic" sz="quarter" idx="13"/>
          </p:nvPr>
        </p:nvSpPr>
        <p:spPr>
          <a:xfrm>
            <a:off x="260484" y="250193"/>
            <a:ext cx="11671024" cy="3277548"/>
          </a:xfrm>
          <a:blipFill>
            <a:blip r:embed="rId2">
              <a:alphaModFix amt="60000"/>
            </a:blip>
            <a:stretch>
              <a:fillRect/>
            </a:stretch>
          </a:blipFill>
        </p:spPr>
        <p:txBody>
          <a:bodyPr/>
          <a:lstStyle>
            <a:lvl1pPr>
              <a:buNone/>
              <a:defRPr/>
            </a:lvl1pPr>
          </a:lstStyle>
          <a:p>
            <a:endParaRPr lang="en-US"/>
          </a:p>
        </p:txBody>
      </p:sp>
      <p:sp>
        <p:nvSpPr>
          <p:cNvPr id="3" name="Content Placeholder 2"/>
          <p:cNvSpPr>
            <a:spLocks noGrp="1"/>
          </p:cNvSpPr>
          <p:nvPr>
            <p:ph idx="1"/>
          </p:nvPr>
        </p:nvSpPr>
        <p:spPr>
          <a:xfrm>
            <a:off x="4106636" y="4293221"/>
            <a:ext cx="7361464" cy="182624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4F70ECA3-6A26-4B6B-8F24-5966C3612B96}"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8" name="Rectangle 7"/>
          <p:cNvSpPr/>
          <p:nvPr userDrawn="1"/>
        </p:nvSpPr>
        <p:spPr>
          <a:xfrm>
            <a:off x="-2" y="-5781"/>
            <a:ext cx="260487" cy="37940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11931513" y="0"/>
            <a:ext cx="260487" cy="378822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rot="5400000">
            <a:off x="6095996" y="-5845806"/>
            <a:ext cx="260487" cy="119315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rot="5400000">
            <a:off x="5835510" y="-2307769"/>
            <a:ext cx="260487" cy="1193151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838200" y="686009"/>
            <a:ext cx="4784048" cy="1326801"/>
          </a:xfrm>
        </p:spPr>
        <p:txBody>
          <a:bodyPr/>
          <a:lstStyle/>
          <a:p>
            <a:r>
              <a:rPr lang="en-US"/>
              <a:t>Click to edit Master title style</a:t>
            </a:r>
            <a:endParaRPr lang="en-US"/>
          </a:p>
        </p:txBody>
      </p:sp>
      <p:sp>
        <p:nvSpPr>
          <p:cNvPr id="3" name="Content Placeholder 2"/>
          <p:cNvSpPr>
            <a:spLocks noGrp="1"/>
          </p:cNvSpPr>
          <p:nvPr>
            <p:ph idx="1"/>
          </p:nvPr>
        </p:nvSpPr>
        <p:spPr>
          <a:xfrm>
            <a:off x="838200" y="2170899"/>
            <a:ext cx="4784048" cy="37667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a:xfrm>
            <a:off x="3641141" y="6323214"/>
            <a:ext cx="2046806" cy="365125"/>
          </a:xfrm>
        </p:spPr>
        <p:txBody>
          <a:bodyPr/>
          <a:lstStyle/>
          <a:p>
            <a:fld id="{5FBF8CAE-8C47-4F11-981F-D1D90DB728CC}" type="datetime1">
              <a:rPr lang="en-US" smtClean="0"/>
            </a:fld>
            <a:endParaRPr lang="en-US"/>
          </a:p>
        </p:txBody>
      </p:sp>
      <p:sp>
        <p:nvSpPr>
          <p:cNvPr id="6" name="Slide Number Placeholder 5"/>
          <p:cNvSpPr>
            <a:spLocks noGrp="1"/>
          </p:cNvSpPr>
          <p:nvPr>
            <p:ph type="sldNum" sz="quarter" idx="12"/>
          </p:nvPr>
        </p:nvSpPr>
        <p:spPr>
          <a:xfrm>
            <a:off x="5770395" y="6323214"/>
            <a:ext cx="437990" cy="365125"/>
          </a:xfrm>
        </p:spPr>
        <p:txBody>
          <a:bodyPr/>
          <a:lstStyle/>
          <a:p>
            <a:fld id="{70EC1AA3-E190-46A4-AF04-8889F5477E2A}" type="slidenum">
              <a:rPr lang="en-US" smtClean="0"/>
            </a:fld>
            <a:endParaRPr lang="en-US"/>
          </a:p>
        </p:txBody>
      </p:sp>
      <p:sp>
        <p:nvSpPr>
          <p:cNvPr id="30" name="Picture Placeholder 29"/>
          <p:cNvSpPr>
            <a:spLocks noGrp="1"/>
          </p:cNvSpPr>
          <p:nvPr>
            <p:ph type="pic" sz="quarter" idx="13"/>
          </p:nvPr>
        </p:nvSpPr>
        <p:spPr>
          <a:xfrm>
            <a:off x="6798272" y="253469"/>
            <a:ext cx="5133239" cy="6344043"/>
          </a:xfrm>
          <a:blipFill>
            <a:blip r:embed="rId2">
              <a:alphaModFix amt="60000"/>
            </a:blip>
            <a:stretch>
              <a:fillRect/>
            </a:stretch>
          </a:blipFill>
        </p:spPr>
        <p:txBody>
          <a:bodyPr/>
          <a:lstStyle>
            <a:lvl1pPr>
              <a:buNone/>
              <a:defRPr/>
            </a:lvl1pPr>
          </a:lstStyle>
          <a:p>
            <a:endParaRPr lang="en-US"/>
          </a:p>
        </p:txBody>
      </p:sp>
      <p:sp>
        <p:nvSpPr>
          <p:cNvPr id="8" name="Rectangle 7"/>
          <p:cNvSpPr/>
          <p:nvPr/>
        </p:nvSpPr>
        <p:spPr>
          <a:xfrm rot="5400000">
            <a:off x="9104405" y="4030894"/>
            <a:ext cx="260487" cy="53937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6537787" y="-5781"/>
            <a:ext cx="260487" cy="6603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rot="5400000">
            <a:off x="9364892" y="-2576914"/>
            <a:ext cx="260487" cy="539372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838200" y="679535"/>
            <a:ext cx="5597236" cy="998690"/>
          </a:xfrm>
        </p:spPr>
        <p:txBody>
          <a:bodyPr/>
          <a:lstStyle/>
          <a:p>
            <a:r>
              <a:rPr lang="en-US"/>
              <a:t>Click to edit Master title style</a:t>
            </a:r>
            <a:endParaRPr lang="en-US"/>
          </a:p>
        </p:txBody>
      </p:sp>
      <p:sp>
        <p:nvSpPr>
          <p:cNvPr id="3" name="Content Placeholder 2"/>
          <p:cNvSpPr>
            <a:spLocks noGrp="1"/>
          </p:cNvSpPr>
          <p:nvPr>
            <p:ph idx="1"/>
          </p:nvPr>
        </p:nvSpPr>
        <p:spPr>
          <a:xfrm>
            <a:off x="838200" y="1824738"/>
            <a:ext cx="5597236" cy="43093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 name="Picture Placeholder 29"/>
          <p:cNvSpPr>
            <a:spLocks noGrp="1"/>
          </p:cNvSpPr>
          <p:nvPr>
            <p:ph type="pic" sz="quarter" idx="13"/>
          </p:nvPr>
        </p:nvSpPr>
        <p:spPr>
          <a:xfrm>
            <a:off x="7560445" y="963397"/>
            <a:ext cx="3662239" cy="4929668"/>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15D0CDEE-1FEF-451C-80AB-E91AE40C01CD}"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25" name="Rectangle 24"/>
          <p:cNvSpPr/>
          <p:nvPr/>
        </p:nvSpPr>
        <p:spPr>
          <a:xfrm rot="5400000">
            <a:off x="9131077" y="4061947"/>
            <a:ext cx="260487" cy="39227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rot="5400000">
            <a:off x="9391565" y="-1126669"/>
            <a:ext cx="260487" cy="39227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299960" y="704449"/>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5" name="Rectangle 24"/>
          <p:cNvSpPr/>
          <p:nvPr/>
        </p:nvSpPr>
        <p:spPr>
          <a:xfrm rot="5400000">
            <a:off x="8914127" y="3844997"/>
            <a:ext cx="260487" cy="43566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rot="5400000">
            <a:off x="9174615" y="-1343619"/>
            <a:ext cx="260487" cy="435662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866060" y="705987"/>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11222686" y="964935"/>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userDrawn="1">
            <p:ph type="title"/>
          </p:nvPr>
        </p:nvSpPr>
        <p:spPr>
          <a:xfrm>
            <a:off x="838200" y="676641"/>
            <a:ext cx="5098074" cy="998690"/>
          </a:xfrm>
        </p:spPr>
        <p:txBody>
          <a:bodyPr/>
          <a:lstStyle/>
          <a:p>
            <a:r>
              <a:rPr lang="en-US"/>
              <a:t>Click to edit Master title style</a:t>
            </a:r>
            <a:endParaRPr lang="en-US"/>
          </a:p>
        </p:txBody>
      </p:sp>
      <p:sp>
        <p:nvSpPr>
          <p:cNvPr id="3" name="Content Placeholder 2"/>
          <p:cNvSpPr>
            <a:spLocks noGrp="1"/>
          </p:cNvSpPr>
          <p:nvPr userDrawn="1">
            <p:ph idx="1"/>
          </p:nvPr>
        </p:nvSpPr>
        <p:spPr>
          <a:xfrm>
            <a:off x="838200" y="1824738"/>
            <a:ext cx="5098074" cy="43093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 name="Picture Placeholder 29"/>
          <p:cNvSpPr>
            <a:spLocks noGrp="1"/>
          </p:cNvSpPr>
          <p:nvPr userDrawn="1">
            <p:ph type="pic" sz="quarter" idx="13"/>
          </p:nvPr>
        </p:nvSpPr>
        <p:spPr>
          <a:xfrm>
            <a:off x="7126547" y="963397"/>
            <a:ext cx="4096135" cy="4929667"/>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userDrawn="1">
            <p:ph type="ftr" sz="quarter" idx="11"/>
          </p:nvPr>
        </p:nvSpPr>
        <p:spPr/>
        <p:txBody>
          <a:bodyPr/>
          <a:lstStyle/>
          <a:p>
            <a:r>
              <a:rPr lang="en-US"/>
              <a:t>Sample Footer Text</a:t>
            </a:r>
            <a:endParaRPr lang="en-US"/>
          </a:p>
        </p:txBody>
      </p:sp>
      <p:sp>
        <p:nvSpPr>
          <p:cNvPr id="6" name="Slide Number Placeholder 5"/>
          <p:cNvSpPr>
            <a:spLocks noGrp="1"/>
          </p:cNvSpPr>
          <p:nvPr userDrawn="1">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p:cNvSpPr>
            <a:spLocks noGrp="1"/>
          </p:cNvSpPr>
          <p:nvPr>
            <p:ph type="title"/>
          </p:nvPr>
        </p:nvSpPr>
        <p:spPr>
          <a:xfrm>
            <a:off x="838199" y="701259"/>
            <a:ext cx="10088106" cy="638084"/>
          </a:xfrm>
        </p:spPr>
        <p:txBody>
          <a:bodyPr/>
          <a:lstStyle/>
          <a:p>
            <a:r>
              <a:rPr lang="en-US"/>
              <a:t>Click to edit Master title style</a:t>
            </a:r>
            <a:endParaRPr lang="en-US"/>
          </a:p>
        </p:txBody>
      </p:sp>
      <p:sp>
        <p:nvSpPr>
          <p:cNvPr id="3" name="Content Placeholder 2"/>
          <p:cNvSpPr>
            <a:spLocks noGrp="1"/>
          </p:cNvSpPr>
          <p:nvPr>
            <p:ph idx="1"/>
          </p:nvPr>
        </p:nvSpPr>
        <p:spPr>
          <a:xfrm>
            <a:off x="838200" y="1685365"/>
            <a:ext cx="5163105" cy="412950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5" name="Picture Placeholder 24"/>
          <p:cNvSpPr>
            <a:spLocks noGrp="1"/>
          </p:cNvSpPr>
          <p:nvPr>
            <p:ph type="pic" sz="quarter" idx="13"/>
          </p:nvPr>
        </p:nvSpPr>
        <p:spPr>
          <a:xfrm>
            <a:off x="7017045" y="2030816"/>
            <a:ext cx="3720588" cy="3369002"/>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86ABC731-B645-4602-81CA-9D984C32EF24}"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19" name="Rectangle 18"/>
          <p:cNvSpPr/>
          <p:nvPr/>
        </p:nvSpPr>
        <p:spPr>
          <a:xfrm rot="5400000">
            <a:off x="8747097" y="3409280"/>
            <a:ext cx="260487" cy="42415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rot="5400000">
            <a:off x="8877341" y="-88428"/>
            <a:ext cx="260487" cy="398107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756559" y="1770328"/>
            <a:ext cx="260487" cy="3629489"/>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0737635" y="2032355"/>
            <a:ext cx="260487" cy="3626411"/>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p:cNvSpPr>
            <a:spLocks noGrp="1"/>
          </p:cNvSpPr>
          <p:nvPr>
            <p:ph type="title"/>
          </p:nvPr>
        </p:nvSpPr>
        <p:spPr>
          <a:xfrm>
            <a:off x="838200" y="714150"/>
            <a:ext cx="6237172" cy="625625"/>
          </a:xfrm>
        </p:spPr>
        <p:txBody>
          <a:bodyPr/>
          <a:lstStyle/>
          <a:p>
            <a:r>
              <a:rPr lang="en-US"/>
              <a:t>Click to edit Master title style</a:t>
            </a:r>
            <a:endParaRPr lang="en-US"/>
          </a:p>
        </p:txBody>
      </p:sp>
      <p:sp>
        <p:nvSpPr>
          <p:cNvPr id="3" name="Content Placeholder 2"/>
          <p:cNvSpPr>
            <a:spLocks noGrp="1"/>
          </p:cNvSpPr>
          <p:nvPr>
            <p:ph idx="1"/>
          </p:nvPr>
        </p:nvSpPr>
        <p:spPr>
          <a:xfrm>
            <a:off x="838199" y="1474713"/>
            <a:ext cx="6237173" cy="46762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a:xfrm>
            <a:off x="4784145" y="6323214"/>
            <a:ext cx="2046806" cy="365125"/>
          </a:xfrm>
        </p:spPr>
        <p:txBody>
          <a:bodyPr/>
          <a:lstStyle/>
          <a:p>
            <a:fld id="{1F3F1628-4921-4D31-B2B6-4027B19FB3CC}" type="datetime1">
              <a:rPr lang="en-US" smtClean="0"/>
            </a:fld>
            <a:endParaRPr lang="en-US"/>
          </a:p>
        </p:txBody>
      </p:sp>
      <p:sp>
        <p:nvSpPr>
          <p:cNvPr id="6" name="Slide Number Placeholder 5"/>
          <p:cNvSpPr>
            <a:spLocks noGrp="1"/>
          </p:cNvSpPr>
          <p:nvPr>
            <p:ph type="sldNum" sz="quarter" idx="12"/>
          </p:nvPr>
        </p:nvSpPr>
        <p:spPr>
          <a:xfrm>
            <a:off x="6913399" y="6323214"/>
            <a:ext cx="437990" cy="365125"/>
          </a:xfrm>
        </p:spPr>
        <p:txBody>
          <a:bodyPr/>
          <a:lstStyle/>
          <a:p>
            <a:fld id="{70EC1AA3-E190-46A4-AF04-8889F5477E2A}" type="slidenum">
              <a:rPr lang="en-US" smtClean="0"/>
            </a:fld>
            <a:endParaRPr lang="en-US"/>
          </a:p>
        </p:txBody>
      </p:sp>
      <p:sp>
        <p:nvSpPr>
          <p:cNvPr id="30" name="Picture Placeholder 29"/>
          <p:cNvSpPr>
            <a:spLocks noGrp="1"/>
          </p:cNvSpPr>
          <p:nvPr>
            <p:ph type="pic" sz="quarter" idx="13"/>
          </p:nvPr>
        </p:nvSpPr>
        <p:spPr>
          <a:xfrm>
            <a:off x="8314156" y="260485"/>
            <a:ext cx="3617353" cy="6344414"/>
          </a:xfrm>
          <a:blipFill>
            <a:blip r:embed="rId2">
              <a:alphaModFix amt="60000"/>
            </a:blip>
            <a:stretch>
              <a:fillRect/>
            </a:stretch>
          </a:blipFill>
        </p:spPr>
        <p:txBody>
          <a:bodyPr/>
          <a:lstStyle>
            <a:lvl1pPr>
              <a:buNone/>
              <a:defRPr/>
            </a:lvl1pPr>
          </a:lstStyle>
          <a:p>
            <a:endParaRPr lang="en-US"/>
          </a:p>
        </p:txBody>
      </p:sp>
      <p:sp>
        <p:nvSpPr>
          <p:cNvPr id="12" name="Rectangle 11"/>
          <p:cNvSpPr/>
          <p:nvPr/>
        </p:nvSpPr>
        <p:spPr>
          <a:xfrm rot="5400000">
            <a:off x="9992592" y="4665981"/>
            <a:ext cx="260487" cy="41383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rot="5400000">
            <a:off x="10122835" y="-1808675"/>
            <a:ext cx="260487" cy="387783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8053674" y="1538"/>
            <a:ext cx="260487" cy="6603362"/>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11931513" y="260485"/>
            <a:ext cx="260487" cy="66049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p:cNvSpPr>
            <a:spLocks noGrp="1"/>
          </p:cNvSpPr>
          <p:nvPr>
            <p:ph type="title"/>
          </p:nvPr>
        </p:nvSpPr>
        <p:spPr>
          <a:xfrm>
            <a:off x="838199" y="723900"/>
            <a:ext cx="6655131" cy="951912"/>
          </a:xfrm>
        </p:spPr>
        <p:txBody>
          <a:bodyPr/>
          <a:lstStyle/>
          <a:p>
            <a:r>
              <a:rPr lang="en-US"/>
              <a:t>Click to edit Master title style</a:t>
            </a:r>
            <a:endParaRPr lang="en-US"/>
          </a:p>
        </p:txBody>
      </p:sp>
      <p:sp>
        <p:nvSpPr>
          <p:cNvPr id="3" name="Content Placeholder 2"/>
          <p:cNvSpPr>
            <a:spLocks noGrp="1"/>
          </p:cNvSpPr>
          <p:nvPr>
            <p:ph idx="1"/>
          </p:nvPr>
        </p:nvSpPr>
        <p:spPr>
          <a:xfrm>
            <a:off x="838198" y="1822325"/>
            <a:ext cx="6655132" cy="430796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 name="Picture Placeholder 29"/>
          <p:cNvSpPr>
            <a:spLocks noGrp="1"/>
          </p:cNvSpPr>
          <p:nvPr>
            <p:ph type="pic" sz="quarter" idx="13"/>
          </p:nvPr>
        </p:nvSpPr>
        <p:spPr>
          <a:xfrm>
            <a:off x="8400261" y="982614"/>
            <a:ext cx="2812996" cy="4888082"/>
          </a:xfrm>
          <a:blipFill>
            <a:blip r:embed="rId2">
              <a:alphaModFix amt="60000"/>
            </a:blip>
            <a:stretch>
              <a:fillRect/>
            </a:stretch>
          </a:blipFill>
        </p:spPr>
        <p:txBody>
          <a:bodyPr/>
          <a:lstStyle>
            <a:lvl1pPr>
              <a:buNone/>
              <a:defRPr/>
            </a:lvl1pPr>
          </a:lstStyle>
          <a:p>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F59A0776-5C30-4110-A086-C7F74F3B6EA7}"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16" name="Rectangle 15"/>
          <p:cNvSpPr/>
          <p:nvPr/>
        </p:nvSpPr>
        <p:spPr>
          <a:xfrm rot="5400000">
            <a:off x="9546270" y="4464197"/>
            <a:ext cx="260487" cy="3073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5400000">
            <a:off x="9676514" y="-811485"/>
            <a:ext cx="260487" cy="333396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139774" y="723900"/>
            <a:ext cx="260487" cy="51497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1213259" y="980503"/>
            <a:ext cx="260487" cy="514979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p:cNvSpPr>
            <a:spLocks noGrp="1"/>
          </p:cNvSpPr>
          <p:nvPr>
            <p:ph type="title"/>
          </p:nvPr>
        </p:nvSpPr>
        <p:spPr>
          <a:xfrm>
            <a:off x="838200" y="937381"/>
            <a:ext cx="3185159" cy="1485780"/>
          </a:xfrm>
        </p:spPr>
        <p:txBody>
          <a:bodyPr anchor="t"/>
          <a:lstStyle/>
          <a:p>
            <a:r>
              <a:rPr lang="en-US"/>
              <a:t>Click to edit Master title style</a:t>
            </a:r>
            <a:endParaRPr lang="en-US"/>
          </a:p>
        </p:txBody>
      </p:sp>
      <p:sp>
        <p:nvSpPr>
          <p:cNvPr id="9" name="Picture Placeholder 8"/>
          <p:cNvSpPr>
            <a:spLocks noGrp="1"/>
          </p:cNvSpPr>
          <p:nvPr>
            <p:ph type="pic" sz="quarter" idx="13"/>
          </p:nvPr>
        </p:nvSpPr>
        <p:spPr>
          <a:xfrm>
            <a:off x="1200155" y="3079008"/>
            <a:ext cx="2576708" cy="2735851"/>
          </a:xfrm>
          <a:blipFill>
            <a:blip r:embed="rId2">
              <a:alphaModFix amt="60000"/>
            </a:blip>
            <a:stretch>
              <a:fillRect/>
            </a:stretch>
          </a:blipFill>
        </p:spPr>
        <p:txBody>
          <a:bodyPr/>
          <a:lstStyle>
            <a:lvl1pPr>
              <a:buNone/>
              <a:defRPr/>
            </a:lvl1pPr>
          </a:lstStyle>
          <a:p>
            <a:endParaRPr lang="en-US"/>
          </a:p>
        </p:txBody>
      </p:sp>
      <p:sp>
        <p:nvSpPr>
          <p:cNvPr id="3" name="Content Placeholder 2"/>
          <p:cNvSpPr>
            <a:spLocks noGrp="1"/>
          </p:cNvSpPr>
          <p:nvPr>
            <p:ph idx="1"/>
          </p:nvPr>
        </p:nvSpPr>
        <p:spPr>
          <a:xfrm>
            <a:off x="4922410" y="960532"/>
            <a:ext cx="6016100" cy="499181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817926" y="6318642"/>
            <a:ext cx="3492817" cy="365125"/>
          </a:xfrm>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1B835FDF-22E9-4925-95D2-BD888C75F78B}"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8" name="Rectangle 7"/>
          <p:cNvSpPr/>
          <p:nvPr/>
        </p:nvSpPr>
        <p:spPr>
          <a:xfrm rot="5400000">
            <a:off x="2358263" y="4396260"/>
            <a:ext cx="260487" cy="30976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rot="5400000">
            <a:off x="2358265" y="1399923"/>
            <a:ext cx="260487" cy="309768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39668" y="2818521"/>
            <a:ext cx="260487" cy="299787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776864" y="3077469"/>
            <a:ext cx="260487" cy="29978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p:cNvSpPr>
            <a:spLocks noGrp="1"/>
          </p:cNvSpPr>
          <p:nvPr>
            <p:ph type="title"/>
          </p:nvPr>
        </p:nvSpPr>
        <p:spPr>
          <a:xfrm>
            <a:off x="838201" y="937380"/>
            <a:ext cx="2770185" cy="1550639"/>
          </a:xfrm>
        </p:spPr>
        <p:txBody>
          <a:bodyPr anchor="t"/>
          <a:lstStyle/>
          <a:p>
            <a:r>
              <a:rPr lang="en-US"/>
              <a:t>Click to edit Master title style</a:t>
            </a:r>
            <a:endParaRPr lang="en-US"/>
          </a:p>
        </p:txBody>
      </p:sp>
      <p:sp>
        <p:nvSpPr>
          <p:cNvPr id="9" name="Picture Placeholder 8"/>
          <p:cNvSpPr>
            <a:spLocks noGrp="1"/>
          </p:cNvSpPr>
          <p:nvPr>
            <p:ph type="pic" sz="quarter" idx="13"/>
          </p:nvPr>
        </p:nvSpPr>
        <p:spPr>
          <a:xfrm>
            <a:off x="962843" y="2953990"/>
            <a:ext cx="2341291" cy="2831668"/>
          </a:xfrm>
          <a:blipFill>
            <a:blip r:embed="rId2">
              <a:alphaModFix amt="60000"/>
            </a:blip>
            <a:stretch>
              <a:fillRect/>
            </a:stretch>
          </a:blipFill>
        </p:spPr>
        <p:txBody>
          <a:bodyPr/>
          <a:lstStyle>
            <a:lvl1pPr>
              <a:buNone/>
              <a:defRPr/>
            </a:lvl1pPr>
          </a:lstStyle>
          <a:p>
            <a:endParaRPr lang="en-US"/>
          </a:p>
        </p:txBody>
      </p:sp>
      <p:sp>
        <p:nvSpPr>
          <p:cNvPr id="3" name="Content Placeholder 2"/>
          <p:cNvSpPr>
            <a:spLocks noGrp="1"/>
          </p:cNvSpPr>
          <p:nvPr>
            <p:ph idx="1"/>
          </p:nvPr>
        </p:nvSpPr>
        <p:spPr>
          <a:xfrm>
            <a:off x="4145509" y="960532"/>
            <a:ext cx="7208289" cy="5109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sp>
        <p:nvSpPr>
          <p:cNvPr id="4" name="Date Placeholder 3"/>
          <p:cNvSpPr>
            <a:spLocks noGrp="1"/>
          </p:cNvSpPr>
          <p:nvPr>
            <p:ph type="dt" sz="half" idx="10"/>
          </p:nvPr>
        </p:nvSpPr>
        <p:spPr/>
        <p:txBody>
          <a:bodyPr/>
          <a:lstStyle/>
          <a:p>
            <a:fld id="{621C216B-8972-4688-9212-2ABC2F7560B9}"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
        <p:nvSpPr>
          <p:cNvPr id="7" name="Rectangle 6"/>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1" name="Rectangle 20"/>
          <p:cNvSpPr/>
          <p:nvPr userDrawn="1"/>
        </p:nvSpPr>
        <p:spPr>
          <a:xfrm rot="5400000">
            <a:off x="5374425" y="67058"/>
            <a:ext cx="1443150"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rot="10800000">
            <a:off x="10746524" y="0"/>
            <a:ext cx="1445475"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p:ph type="title"/>
          </p:nvPr>
        </p:nvSpPr>
        <p:spPr>
          <a:xfrm>
            <a:off x="723899" y="4165600"/>
            <a:ext cx="8445501" cy="1051764"/>
          </a:xfrm>
        </p:spPr>
        <p:txBody>
          <a:bodyPr anchor="ctr"/>
          <a:lstStyle>
            <a:lvl1pPr>
              <a:defRPr sz="1800"/>
            </a:lvl1pPr>
          </a:lstStyle>
          <a:p>
            <a:r>
              <a:rPr lang="en-US"/>
              <a:t>Click to edit Master title style</a:t>
            </a:r>
            <a:endParaRPr lang="en-US"/>
          </a:p>
        </p:txBody>
      </p:sp>
      <p:sp>
        <p:nvSpPr>
          <p:cNvPr id="11" name="Content Placeholder 10"/>
          <p:cNvSpPr>
            <a:spLocks noGrp="1"/>
          </p:cNvSpPr>
          <p:nvPr>
            <p:ph sz="quarter" idx="14" hasCustomPrompt="1"/>
          </p:nvPr>
        </p:nvSpPr>
        <p:spPr>
          <a:xfrm>
            <a:off x="723900" y="723900"/>
            <a:ext cx="8445500" cy="3343254"/>
          </a:xfrm>
        </p:spPr>
        <p:txBody>
          <a:bodyPr anchor="b"/>
          <a:lstStyle>
            <a:lvl1pPr marL="0" indent="0">
              <a:lnSpc>
                <a:spcPct val="90000"/>
              </a:lnSpc>
              <a:buNone/>
              <a:defRPr sz="23300" baseline="0"/>
            </a:lvl1pPr>
          </a:lstStyle>
          <a:p>
            <a:pPr lvl="0"/>
            <a:r>
              <a:rPr lang="en-US"/>
              <a:t>##%</a:t>
            </a:r>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endParaRPr lang="en-US"/>
          </a:p>
        </p:txBody>
      </p:sp>
      <p:sp>
        <p:nvSpPr>
          <p:cNvPr id="3" name="Date Placeholder 2"/>
          <p:cNvSpPr>
            <a:spLocks noGrp="1"/>
          </p:cNvSpPr>
          <p:nvPr>
            <p:ph type="dt" sz="half" idx="10"/>
          </p:nvPr>
        </p:nvSpPr>
        <p:spPr>
          <a:xfrm>
            <a:off x="7660302" y="6323214"/>
            <a:ext cx="2046806" cy="365125"/>
          </a:xfrm>
        </p:spPr>
        <p:txBody>
          <a:bodyPr/>
          <a:lstStyle>
            <a:lvl1pPr>
              <a:defRPr>
                <a:solidFill>
                  <a:schemeClr val="tx1"/>
                </a:solidFill>
              </a:defRPr>
            </a:lvl1pPr>
          </a:lstStyle>
          <a:p>
            <a:fld id="{5046B5C2-0C4D-4B8E-935D-F9A327F4C367}" type="datetime1">
              <a:rPr lang="en-US" smtClean="0"/>
            </a:fld>
            <a:endParaRPr lang="en-US"/>
          </a:p>
        </p:txBody>
      </p:sp>
      <p:sp>
        <p:nvSpPr>
          <p:cNvPr id="5" name="Slide Number Placeholder 4"/>
          <p:cNvSpPr>
            <a:spLocks noGrp="1"/>
          </p:cNvSpPr>
          <p:nvPr>
            <p:ph type="sldNum" sz="quarter" idx="12"/>
          </p:nvPr>
        </p:nvSpPr>
        <p:spPr>
          <a:xfrm>
            <a:off x="9789556" y="6323214"/>
            <a:ext cx="437990" cy="365125"/>
          </a:xfrm>
        </p:spPr>
        <p:txBody>
          <a:bodyPr/>
          <a:lstStyle>
            <a:lvl1pPr>
              <a:defRPr>
                <a:solidFill>
                  <a:schemeClr val="tx1"/>
                </a:solidFill>
              </a:defRPr>
            </a:lvl1pPr>
          </a:lstStyle>
          <a:p>
            <a:fld id="{AEAA3239-9EA4-4A65-A281-97F994456D9F}" type="slidenum">
              <a:rPr lang="en-US" smtClean="0"/>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3" name="Title 12"/>
          <p:cNvSpPr>
            <a:spLocks noGrp="1"/>
          </p:cNvSpPr>
          <p:nvPr>
            <p:ph type="title"/>
          </p:nvPr>
        </p:nvSpPr>
        <p:spPr>
          <a:xfrm>
            <a:off x="3853538" y="4926881"/>
            <a:ext cx="7058302" cy="1291156"/>
          </a:xfrm>
        </p:spPr>
        <p:txBody>
          <a:bodyPr anchor="ctr"/>
          <a:lstStyle>
            <a:lvl1pPr>
              <a:lnSpc>
                <a:spcPct val="110000"/>
              </a:lnSpc>
              <a:defRPr sz="2400" cap="none" spc="0" baseline="0">
                <a:latin typeface="+mn-lt"/>
              </a:defRPr>
            </a:lvl1pPr>
          </a:lstStyle>
          <a:p>
            <a:r>
              <a:rPr lang="en-US"/>
              <a:t>Click to edit Master title style</a:t>
            </a:r>
            <a:endParaRPr lang="en-US"/>
          </a:p>
        </p:txBody>
      </p:sp>
      <p:sp>
        <p:nvSpPr>
          <p:cNvPr id="12" name="Content Placeholder 10"/>
          <p:cNvSpPr>
            <a:spLocks noGrp="1"/>
          </p:cNvSpPr>
          <p:nvPr>
            <p:ph sz="quarter" idx="14" hasCustomPrompt="1"/>
          </p:nvPr>
        </p:nvSpPr>
        <p:spPr>
          <a:xfrm>
            <a:off x="667362" y="485158"/>
            <a:ext cx="9573658" cy="3268330"/>
          </a:xfrm>
        </p:spPr>
        <p:txBody>
          <a:bodyPr anchor="b"/>
          <a:lstStyle>
            <a:lvl1pPr marL="0" indent="0">
              <a:lnSpc>
                <a:spcPct val="90000"/>
              </a:lnSpc>
              <a:buNone/>
              <a:defRPr sz="22900" baseline="0"/>
            </a:lvl1pPr>
          </a:lstStyle>
          <a:p>
            <a:pPr lvl="0"/>
            <a:r>
              <a:rPr lang="en-US"/>
              <a:t>##%</a:t>
            </a:r>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endParaRPr lang="en-US"/>
          </a:p>
        </p:txBody>
      </p:sp>
      <p:sp>
        <p:nvSpPr>
          <p:cNvPr id="3" name="Date Placeholder 2"/>
          <p:cNvSpPr>
            <a:spLocks noGrp="1"/>
          </p:cNvSpPr>
          <p:nvPr>
            <p:ph type="dt" sz="half" idx="10"/>
          </p:nvPr>
        </p:nvSpPr>
        <p:spPr/>
        <p:txBody>
          <a:bodyPr/>
          <a:lstStyle>
            <a:lvl1pPr>
              <a:defRPr>
                <a:solidFill>
                  <a:schemeClr val="tx1"/>
                </a:solidFill>
              </a:defRPr>
            </a:lvl1pPr>
          </a:lstStyle>
          <a:p>
            <a:fld id="{D84F56B8-BA32-4006-A911-38E7BFF749E0}" type="datetime1">
              <a:rPr lang="en-US" smtClean="0"/>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fld>
            <a:endParaRPr lang="en-US"/>
          </a:p>
        </p:txBody>
      </p:sp>
      <p:sp>
        <p:nvSpPr>
          <p:cNvPr id="6" name="Rectangle 5"/>
          <p:cNvSpPr/>
          <p:nvPr userDrawn="1"/>
        </p:nvSpPr>
        <p:spPr>
          <a:xfrm rot="5400000" flipH="1">
            <a:off x="7892526" y="170957"/>
            <a:ext cx="260487" cy="833845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H="1">
            <a:off x="1796525" y="2413415"/>
            <a:ext cx="260487" cy="385353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5400000" flipH="1">
            <a:off x="7892526" y="431337"/>
            <a:ext cx="260487" cy="833845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5400000" flipH="1">
            <a:off x="1796525" y="2673795"/>
            <a:ext cx="260487" cy="385353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Rectangle 5"/>
          <p:cNvSpPr/>
          <p:nvPr userDrawn="1"/>
        </p:nvSpPr>
        <p:spPr>
          <a:xfrm rot="10800000">
            <a:off x="0" y="-2"/>
            <a:ext cx="9895234"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rot="5400000">
            <a:off x="4947617" y="-359750"/>
            <a:ext cx="2296767"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rot="10800000">
            <a:off x="9895234" y="0"/>
            <a:ext cx="2296766"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p:cNvSpPr>
            <a:spLocks noGrp="1"/>
          </p:cNvSpPr>
          <p:nvPr>
            <p:ph type="title"/>
          </p:nvPr>
        </p:nvSpPr>
        <p:spPr>
          <a:xfrm>
            <a:off x="817927" y="4997626"/>
            <a:ext cx="7754573" cy="1258006"/>
          </a:xfrm>
        </p:spPr>
        <p:txBody>
          <a:bodyPr anchor="ctr">
            <a:normAutofit/>
          </a:bodyPr>
          <a:lstStyle>
            <a:lvl1pPr>
              <a:lnSpc>
                <a:spcPct val="110000"/>
              </a:lnSpc>
              <a:defRPr sz="2000">
                <a:solidFill>
                  <a:schemeClr val="bg1"/>
                </a:solidFill>
              </a:defRPr>
            </a:lvl1pPr>
          </a:lstStyle>
          <a:p>
            <a:r>
              <a:rPr lang="en-US"/>
              <a:t>Click to edit Master title style</a:t>
            </a:r>
            <a:endParaRPr lang="en-US"/>
          </a:p>
        </p:txBody>
      </p:sp>
      <p:sp>
        <p:nvSpPr>
          <p:cNvPr id="9" name="Content Placeholder 10"/>
          <p:cNvSpPr>
            <a:spLocks noGrp="1"/>
          </p:cNvSpPr>
          <p:nvPr>
            <p:ph sz="quarter" idx="14" hasCustomPrompt="1"/>
          </p:nvPr>
        </p:nvSpPr>
        <p:spPr>
          <a:xfrm>
            <a:off x="817927" y="767506"/>
            <a:ext cx="8351474" cy="3601118"/>
          </a:xfrm>
        </p:spPr>
        <p:txBody>
          <a:bodyPr anchor="b"/>
          <a:lstStyle>
            <a:lvl1pPr marL="0" indent="0">
              <a:lnSpc>
                <a:spcPct val="90000"/>
              </a:lnSpc>
              <a:buNone/>
              <a:defRPr sz="21000" baseline="0">
                <a:solidFill>
                  <a:schemeClr val="bg1"/>
                </a:solidFill>
              </a:defRPr>
            </a:lvl1pPr>
          </a:lstStyle>
          <a:p>
            <a:pPr lvl="0"/>
            <a:r>
              <a:rPr lang="en-US"/>
              <a:t>##%</a:t>
            </a:r>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Sample Footer Text</a:t>
            </a:r>
            <a:endParaRPr lang="en-US"/>
          </a:p>
        </p:txBody>
      </p:sp>
      <p:sp>
        <p:nvSpPr>
          <p:cNvPr id="3" name="Date Placeholder 2"/>
          <p:cNvSpPr>
            <a:spLocks noGrp="1"/>
          </p:cNvSpPr>
          <p:nvPr>
            <p:ph type="dt" sz="half" idx="10"/>
          </p:nvPr>
        </p:nvSpPr>
        <p:spPr>
          <a:xfrm>
            <a:off x="6819352" y="6323214"/>
            <a:ext cx="2046806" cy="365125"/>
          </a:xfrm>
        </p:spPr>
        <p:txBody>
          <a:bodyPr/>
          <a:lstStyle>
            <a:lvl1pPr>
              <a:defRPr>
                <a:solidFill>
                  <a:schemeClr val="bg1"/>
                </a:solidFill>
              </a:defRPr>
            </a:lvl1pPr>
          </a:lstStyle>
          <a:p>
            <a:fld id="{7854FDD6-DD1A-4926-89EE-BB55CA49BB32}" type="datetime1">
              <a:rPr lang="en-US" smtClean="0"/>
            </a:fld>
            <a:endParaRPr lang="en-US"/>
          </a:p>
        </p:txBody>
      </p:sp>
      <p:sp>
        <p:nvSpPr>
          <p:cNvPr id="5" name="Slide Number Placeholder 4"/>
          <p:cNvSpPr>
            <a:spLocks noGrp="1"/>
          </p:cNvSpPr>
          <p:nvPr>
            <p:ph type="sldNum" sz="quarter" idx="12"/>
          </p:nvPr>
        </p:nvSpPr>
        <p:spPr>
          <a:xfrm>
            <a:off x="8948606" y="6323214"/>
            <a:ext cx="437990" cy="365125"/>
          </a:xfrm>
        </p:spPr>
        <p:txBody>
          <a:bodyPr/>
          <a:lstStyle>
            <a:lvl1pPr>
              <a:defRPr>
                <a:solidFill>
                  <a:schemeClr val="bg1"/>
                </a:solidFill>
              </a:defRPr>
            </a:lvl1pPr>
          </a:lstStyle>
          <a:p>
            <a:fld id="{AEAA3239-9EA4-4A65-A281-97F994456D9F}"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spTree>
      <p:nvGrpSpPr>
        <p:cNvPr id="1" name=""/>
        <p:cNvGrpSpPr/>
        <p:nvPr/>
      </p:nvGrpSpPr>
      <p:grpSpPr>
        <a:xfrm>
          <a:off x="0" y="0"/>
          <a:ext cx="0" cy="0"/>
          <a:chOff x="0" y="0"/>
          <a:chExt cx="0" cy="0"/>
        </a:xfrm>
      </p:grpSpPr>
      <p:sp>
        <p:nvSpPr>
          <p:cNvPr id="10" name="Rectangle 9"/>
          <p:cNvSpPr/>
          <p:nvPr userDrawn="1"/>
        </p:nvSpPr>
        <p:spPr>
          <a:xfrm rot="5400000">
            <a:off x="3805069" y="-1502293"/>
            <a:ext cx="4581862"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817926" y="609600"/>
            <a:ext cx="7655514" cy="1193800"/>
          </a:xfrm>
        </p:spPr>
        <p:txBody>
          <a:bodyPr anchor="ctr">
            <a:normAutofit/>
          </a:bodyPr>
          <a:lstStyle>
            <a:lvl1pPr>
              <a:defRPr sz="2000"/>
            </a:lvl1pPr>
          </a:lstStyle>
          <a:p>
            <a:r>
              <a:rPr lang="en-US"/>
              <a:t>Click to edit Master title style</a:t>
            </a:r>
            <a:endParaRPr lang="en-US"/>
          </a:p>
        </p:txBody>
      </p:sp>
      <p:sp>
        <p:nvSpPr>
          <p:cNvPr id="8" name="Content Placeholder 10"/>
          <p:cNvSpPr>
            <a:spLocks noGrp="1"/>
          </p:cNvSpPr>
          <p:nvPr>
            <p:ph sz="quarter" idx="14" hasCustomPrompt="1"/>
          </p:nvPr>
        </p:nvSpPr>
        <p:spPr>
          <a:xfrm>
            <a:off x="817924" y="2718147"/>
            <a:ext cx="8440375" cy="3784253"/>
          </a:xfrm>
        </p:spPr>
        <p:txBody>
          <a:bodyPr anchor="b"/>
          <a:lstStyle>
            <a:lvl1pPr marL="0" indent="0">
              <a:lnSpc>
                <a:spcPct val="90000"/>
              </a:lnSpc>
              <a:buNone/>
              <a:defRPr sz="25000" baseline="0">
                <a:solidFill>
                  <a:schemeClr val="bg1"/>
                </a:solidFill>
              </a:defRPr>
            </a:lvl1pPr>
          </a:lstStyle>
          <a:p>
            <a:pPr lvl="0"/>
            <a:r>
              <a:rPr lang="en-US"/>
              <a:t>##%</a:t>
            </a:r>
            <a:endParaRPr lang="en-US"/>
          </a:p>
        </p:txBody>
      </p:sp>
      <p:sp>
        <p:nvSpPr>
          <p:cNvPr id="9" name="Rectangle 8"/>
          <p:cNvSpPr/>
          <p:nvPr userDrawn="1"/>
        </p:nvSpPr>
        <p:spPr>
          <a:xfrm rot="10800000">
            <a:off x="9895234" y="0"/>
            <a:ext cx="2296766"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endParaRPr lang="en-US"/>
          </a:p>
        </p:txBody>
      </p:sp>
      <p:sp>
        <p:nvSpPr>
          <p:cNvPr id="3" name="Date Placeholder 2"/>
          <p:cNvSpPr>
            <a:spLocks noGrp="1"/>
          </p:cNvSpPr>
          <p:nvPr>
            <p:ph type="dt" sz="half" idx="10"/>
          </p:nvPr>
        </p:nvSpPr>
        <p:spPr>
          <a:xfrm>
            <a:off x="6822747" y="6323214"/>
            <a:ext cx="2046806" cy="365125"/>
          </a:xfrm>
        </p:spPr>
        <p:txBody>
          <a:bodyPr/>
          <a:lstStyle>
            <a:lvl1pPr>
              <a:defRPr>
                <a:solidFill>
                  <a:schemeClr val="tx1"/>
                </a:solidFill>
              </a:defRPr>
            </a:lvl1pPr>
          </a:lstStyle>
          <a:p>
            <a:fld id="{375574F0-D3D4-46B6-97EC-574933A38AD8}" type="datetime1">
              <a:rPr lang="en-US" smtClean="0"/>
            </a:fld>
            <a:endParaRPr lang="en-US"/>
          </a:p>
        </p:txBody>
      </p:sp>
      <p:sp>
        <p:nvSpPr>
          <p:cNvPr id="5" name="Slide Number Placeholder 4"/>
          <p:cNvSpPr>
            <a:spLocks noGrp="1"/>
          </p:cNvSpPr>
          <p:nvPr>
            <p:ph type="sldNum" sz="quarter" idx="12"/>
          </p:nvPr>
        </p:nvSpPr>
        <p:spPr>
          <a:xfrm>
            <a:off x="8952001" y="6323214"/>
            <a:ext cx="437990" cy="365125"/>
          </a:xfrm>
        </p:spPr>
        <p:txBody>
          <a:bodyPr/>
          <a:lstStyle>
            <a:lvl1pPr>
              <a:defRPr>
                <a:solidFill>
                  <a:schemeClr val="tx1"/>
                </a:solidFill>
              </a:defRPr>
            </a:lvl1pPr>
          </a:lstStyle>
          <a:p>
            <a:fld id="{AEAA3239-9EA4-4A65-A281-97F994456D9F}" type="slidenum">
              <a:rPr lang="en-US" smtClean="0"/>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Rectangle 7"/>
          <p:cNvSpPr/>
          <p:nvPr userDrawn="1"/>
        </p:nvSpPr>
        <p:spPr>
          <a:xfrm rot="10800000">
            <a:off x="10170857" y="1"/>
            <a:ext cx="507705" cy="685800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9" name="Rectangle 8"/>
          <p:cNvSpPr/>
          <p:nvPr userDrawn="1"/>
        </p:nvSpPr>
        <p:spPr>
          <a:xfrm rot="10800000">
            <a:off x="11186266" y="4"/>
            <a:ext cx="507705" cy="6857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 name="Rectangle 9"/>
          <p:cNvSpPr/>
          <p:nvPr userDrawn="1"/>
        </p:nvSpPr>
        <p:spPr>
          <a:xfrm rot="10800000">
            <a:off x="10678561" y="1"/>
            <a:ext cx="50770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1" name="Rectangle 10"/>
          <p:cNvSpPr/>
          <p:nvPr userDrawn="1"/>
        </p:nvSpPr>
        <p:spPr>
          <a:xfrm rot="10800000">
            <a:off x="11693972" y="1"/>
            <a:ext cx="507705" cy="685799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2" name="Title 11"/>
          <p:cNvSpPr>
            <a:spLocks noGrp="1"/>
          </p:cNvSpPr>
          <p:nvPr>
            <p:ph type="title" hasCustomPrompt="1"/>
          </p:nvPr>
        </p:nvSpPr>
        <p:spPr>
          <a:xfrm>
            <a:off x="1444458" y="4914498"/>
            <a:ext cx="7139894" cy="478637"/>
          </a:xfrm>
        </p:spPr>
        <p:txBody>
          <a:bodyPr anchor="t">
            <a:normAutofit/>
          </a:bodyPr>
          <a:lstStyle>
            <a:lvl1pPr>
              <a:defRPr sz="1600"/>
            </a:lvl1pPr>
          </a:lstStyle>
          <a:p>
            <a:r>
              <a:rPr lang="en-US"/>
              <a:t>Quote author</a:t>
            </a:r>
            <a:endParaRPr lang="en-US"/>
          </a:p>
        </p:txBody>
      </p:sp>
      <p:sp>
        <p:nvSpPr>
          <p:cNvPr id="15" name="Content Placeholder 14"/>
          <p:cNvSpPr>
            <a:spLocks noGrp="1"/>
          </p:cNvSpPr>
          <p:nvPr>
            <p:ph sz="quarter" idx="13" hasCustomPrompt="1"/>
          </p:nvPr>
        </p:nvSpPr>
        <p:spPr>
          <a:xfrm>
            <a:off x="1444458" y="1452342"/>
            <a:ext cx="7114032" cy="2991776"/>
          </a:xfrm>
        </p:spPr>
        <p:txBody>
          <a:bodyPr anchor="ctr"/>
          <a:lstStyle>
            <a:lvl1pPr marL="0" indent="0">
              <a:lnSpc>
                <a:spcPct val="110000"/>
              </a:lnSpc>
              <a:buNone/>
              <a:defRPr sz="3800"/>
            </a:lvl1pPr>
            <a:lvl5pPr>
              <a:defRPr/>
            </a:lvl5pPr>
          </a:lstStyle>
          <a:p>
            <a:pPr lvl="0"/>
            <a:r>
              <a:rPr lang="en-US"/>
              <a:t>Click to add Quote</a:t>
            </a:r>
            <a:endParaRPr lang="en-US"/>
          </a:p>
        </p:txBody>
      </p:sp>
      <p:sp>
        <p:nvSpPr>
          <p:cNvPr id="5" name="Footer Placeholder 4"/>
          <p:cNvSpPr>
            <a:spLocks noGrp="1"/>
          </p:cNvSpPr>
          <p:nvPr userDrawn="1">
            <p:ph type="ftr" sz="quarter" idx="11"/>
          </p:nvPr>
        </p:nvSpPr>
        <p:spPr/>
        <p:txBody>
          <a:bodyPr/>
          <a:lstStyle/>
          <a:p>
            <a:r>
              <a:rPr lang="en-US"/>
              <a:t>Sample Footer Text</a:t>
            </a:r>
            <a:endParaRPr lang="en-US"/>
          </a:p>
        </p:txBody>
      </p:sp>
      <p:sp>
        <p:nvSpPr>
          <p:cNvPr id="4" name="Date Placeholder 3"/>
          <p:cNvSpPr>
            <a:spLocks noGrp="1"/>
          </p:cNvSpPr>
          <p:nvPr userDrawn="1">
            <p:ph type="dt" sz="half" idx="10"/>
          </p:nvPr>
        </p:nvSpPr>
        <p:spPr>
          <a:xfrm>
            <a:off x="7258664" y="6323214"/>
            <a:ext cx="2046806" cy="365125"/>
          </a:xfrm>
        </p:spPr>
        <p:txBody>
          <a:bodyPr/>
          <a:lstStyle/>
          <a:p>
            <a:fld id="{27C8F265-6592-4B4A-A062-94B4FD815D3A}" type="datetime1">
              <a:rPr lang="en-US" smtClean="0"/>
            </a:fld>
            <a:endParaRPr lang="en-US"/>
          </a:p>
        </p:txBody>
      </p:sp>
      <p:sp>
        <p:nvSpPr>
          <p:cNvPr id="6" name="Slide Number Placeholder 5"/>
          <p:cNvSpPr>
            <a:spLocks noGrp="1"/>
          </p:cNvSpPr>
          <p:nvPr userDrawn="1">
            <p:ph type="sldNum" sz="quarter" idx="12"/>
          </p:nvPr>
        </p:nvSpPr>
        <p:spPr>
          <a:xfrm>
            <a:off x="9387918" y="632321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60612" y="4771224"/>
            <a:ext cx="7044154" cy="635604"/>
          </a:xfrm>
        </p:spPr>
        <p:txBody>
          <a:bodyPr anchor="t">
            <a:normAutofit/>
          </a:bodyPr>
          <a:lstStyle>
            <a:lvl1pPr algn="r">
              <a:defRPr sz="1600"/>
            </a:lvl1pPr>
          </a:lstStyle>
          <a:p>
            <a:r>
              <a:rPr lang="en-US"/>
              <a:t>Quote Author</a:t>
            </a:r>
            <a:endParaRPr lang="en-US"/>
          </a:p>
        </p:txBody>
      </p:sp>
      <p:sp>
        <p:nvSpPr>
          <p:cNvPr id="12" name="Rectangle 11"/>
          <p:cNvSpPr/>
          <p:nvPr userDrawn="1"/>
        </p:nvSpPr>
        <p:spPr>
          <a:xfrm>
            <a:off x="-1221" y="0"/>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rot="5400000">
            <a:off x="6099683" y="-5831827"/>
            <a:ext cx="260487" cy="119241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rot="5400000">
            <a:off x="5831218" y="778891"/>
            <a:ext cx="260487" cy="119253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1922923" y="260488"/>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14"/>
          <p:cNvSpPr>
            <a:spLocks noGrp="1"/>
          </p:cNvSpPr>
          <p:nvPr>
            <p:ph sz="quarter" idx="13" hasCustomPrompt="1"/>
          </p:nvPr>
        </p:nvSpPr>
        <p:spPr>
          <a:xfrm>
            <a:off x="2533851" y="1563658"/>
            <a:ext cx="7044154" cy="2991776"/>
          </a:xfrm>
        </p:spPr>
        <p:txBody>
          <a:bodyPr anchor="ctr">
            <a:normAutofit/>
          </a:bodyPr>
          <a:lstStyle>
            <a:lvl1pPr marL="0" indent="0">
              <a:lnSpc>
                <a:spcPct val="110000"/>
              </a:lnSpc>
              <a:buNone/>
              <a:defRPr sz="4000"/>
            </a:lvl1pPr>
            <a:lvl5pPr>
              <a:defRPr/>
            </a:lvl5pPr>
          </a:lstStyle>
          <a:p>
            <a:pPr lvl="0"/>
            <a:r>
              <a:rPr lang="en-US"/>
              <a:t>Click to add Quote</a:t>
            </a:r>
            <a:endParaRPr lang="en-US"/>
          </a:p>
        </p:txBody>
      </p:sp>
      <p:sp>
        <p:nvSpPr>
          <p:cNvPr id="5" name="Footer Placeholder 4"/>
          <p:cNvSpPr>
            <a:spLocks noGrp="1"/>
          </p:cNvSpPr>
          <p:nvPr>
            <p:ph type="ftr" sz="quarter" idx="11"/>
          </p:nvPr>
        </p:nvSpPr>
        <p:spPr>
          <a:xfrm>
            <a:off x="817927" y="6153912"/>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6153912"/>
            <a:ext cx="2046806" cy="365125"/>
          </a:xfrm>
        </p:spPr>
        <p:txBody>
          <a:bodyPr/>
          <a:lstStyle/>
          <a:p>
            <a:fld id="{49526B05-8761-4ADF-9386-9FB0338E2A02}" type="datetime1">
              <a:rPr lang="en-US" smtClean="0"/>
            </a:fld>
            <a:endParaRPr lang="en-US"/>
          </a:p>
        </p:txBody>
      </p:sp>
      <p:sp>
        <p:nvSpPr>
          <p:cNvPr id="6" name="Slide Number Placeholder 5"/>
          <p:cNvSpPr>
            <a:spLocks noGrp="1"/>
          </p:cNvSpPr>
          <p:nvPr>
            <p:ph type="sldNum" sz="quarter" idx="12"/>
          </p:nvPr>
        </p:nvSpPr>
        <p:spPr>
          <a:xfrm>
            <a:off x="11172586" y="6153912"/>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7" name="Rectangle 6"/>
          <p:cNvSpPr/>
          <p:nvPr userDrawn="1"/>
        </p:nvSpPr>
        <p:spPr>
          <a:xfrm rot="10800000">
            <a:off x="2296766" y="-4"/>
            <a:ext cx="9895233"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a:off x="6095998" y="788633"/>
            <a:ext cx="2296767" cy="9895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0800000">
            <a:off x="0" y="0"/>
            <a:ext cx="2296766"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045984" y="5200504"/>
            <a:ext cx="7044154" cy="635604"/>
          </a:xfrm>
        </p:spPr>
        <p:txBody>
          <a:bodyPr anchor="t">
            <a:normAutofit/>
          </a:bodyPr>
          <a:lstStyle>
            <a:lvl1pPr algn="r">
              <a:defRPr sz="1600">
                <a:solidFill>
                  <a:schemeClr val="bg1"/>
                </a:solidFill>
              </a:defRPr>
            </a:lvl1pPr>
          </a:lstStyle>
          <a:p>
            <a:r>
              <a:rPr lang="en-US"/>
              <a:t>Quote Author</a:t>
            </a:r>
            <a:endParaRPr lang="en-US"/>
          </a:p>
        </p:txBody>
      </p:sp>
      <p:sp>
        <p:nvSpPr>
          <p:cNvPr id="11" name="Content Placeholder 14"/>
          <p:cNvSpPr>
            <a:spLocks noGrp="1"/>
          </p:cNvSpPr>
          <p:nvPr>
            <p:ph sz="quarter" idx="13" hasCustomPrompt="1"/>
          </p:nvPr>
        </p:nvSpPr>
        <p:spPr>
          <a:xfrm>
            <a:off x="3129751" y="750014"/>
            <a:ext cx="7555371" cy="3215399"/>
          </a:xfrm>
        </p:spPr>
        <p:txBody>
          <a:bodyPr anchor="ctr">
            <a:normAutofit/>
          </a:bodyPr>
          <a:lstStyle>
            <a:lvl1pPr marL="0" indent="0">
              <a:lnSpc>
                <a:spcPct val="110000"/>
              </a:lnSpc>
              <a:buNone/>
              <a:defRPr sz="4000" baseline="0">
                <a:solidFill>
                  <a:schemeClr val="bg1"/>
                </a:solidFill>
              </a:defRPr>
            </a:lvl1pPr>
            <a:lvl5pPr>
              <a:defRPr/>
            </a:lvl5pPr>
          </a:lstStyle>
          <a:p>
            <a:pPr lvl="0"/>
            <a:r>
              <a:rPr lang="en-US"/>
              <a:t>Click to add Quote</a:t>
            </a:r>
            <a:endParaRPr lang="en-US"/>
          </a:p>
        </p:txBody>
      </p:sp>
      <p:sp>
        <p:nvSpPr>
          <p:cNvPr id="5" name="Footer Placeholder 4"/>
          <p:cNvSpPr>
            <a:spLocks noGrp="1"/>
          </p:cNvSpPr>
          <p:nvPr>
            <p:ph type="ftr" sz="quarter" idx="11"/>
          </p:nvPr>
        </p:nvSpPr>
        <p:spPr>
          <a:xfrm>
            <a:off x="3129752" y="6153912"/>
            <a:ext cx="2604782" cy="365125"/>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p:cNvSpPr>
            <a:spLocks noGrp="1"/>
          </p:cNvSpPr>
          <p:nvPr>
            <p:ph type="dt" sz="half" idx="10"/>
          </p:nvPr>
        </p:nvSpPr>
        <p:spPr>
          <a:xfrm>
            <a:off x="9043332" y="6153912"/>
            <a:ext cx="2046806" cy="365125"/>
          </a:xfrm>
        </p:spPr>
        <p:txBody>
          <a:bodyPr/>
          <a:lstStyle>
            <a:lvl1pPr>
              <a:defRPr>
                <a:solidFill>
                  <a:schemeClr val="bg1"/>
                </a:solidFill>
              </a:defRPr>
            </a:lvl1pPr>
          </a:lstStyle>
          <a:p>
            <a:fld id="{57EF45E7-58A5-4F72-84AB-0B0E066B6E8A}" type="datetime1">
              <a:rPr lang="en-US" smtClean="0"/>
            </a:fld>
            <a:endParaRPr lang="en-US"/>
          </a:p>
        </p:txBody>
      </p:sp>
      <p:sp>
        <p:nvSpPr>
          <p:cNvPr id="6" name="Slide Number Placeholder 5"/>
          <p:cNvSpPr>
            <a:spLocks noGrp="1"/>
          </p:cNvSpPr>
          <p:nvPr>
            <p:ph type="sldNum" sz="quarter" idx="12"/>
          </p:nvPr>
        </p:nvSpPr>
        <p:spPr>
          <a:xfrm>
            <a:off x="11172586" y="6153912"/>
            <a:ext cx="437990" cy="365125"/>
          </a:xfrm>
        </p:spPr>
        <p:txBody>
          <a:bodyPr/>
          <a:lstStyle>
            <a:lvl1pPr>
              <a:defRPr>
                <a:solidFill>
                  <a:schemeClr val="bg1"/>
                </a:solidFill>
              </a:defRPr>
            </a:lvl1pPr>
          </a:lstStyle>
          <a:p>
            <a:fld id="{70EC1AA3-E190-46A4-AF04-8889F5477E2A}" type="slidenum">
              <a:rPr lang="en-US" smtClean="0"/>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p:spTree>
      <p:nvGrpSpPr>
        <p:cNvPr id="1" name=""/>
        <p:cNvGrpSpPr/>
        <p:nvPr/>
      </p:nvGrpSpPr>
      <p:grpSpPr>
        <a:xfrm>
          <a:off x="0" y="0"/>
          <a:ext cx="0" cy="0"/>
          <a:chOff x="0" y="0"/>
          <a:chExt cx="0" cy="0"/>
        </a:xfrm>
      </p:grpSpPr>
      <p:sp>
        <p:nvSpPr>
          <p:cNvPr id="28" name="Rectangle 27"/>
          <p:cNvSpPr/>
          <p:nvPr userDrawn="1"/>
        </p:nvSpPr>
        <p:spPr>
          <a:xfrm rot="10800000">
            <a:off x="11661313" y="-5"/>
            <a:ext cx="528747" cy="685800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081716"/>
            <a:ext cx="10018496" cy="880974"/>
          </a:xfrm>
        </p:spPr>
        <p:txBody>
          <a:bodyPr/>
          <a:lstStyle/>
          <a:p>
            <a:r>
              <a:rPr lang="en-US"/>
              <a:t>Click to edit Master title style</a:t>
            </a:r>
            <a:endParaRPr lang="en-US"/>
          </a:p>
        </p:txBody>
      </p:sp>
      <p:sp>
        <p:nvSpPr>
          <p:cNvPr id="3" name="Content Placeholder 2"/>
          <p:cNvSpPr>
            <a:spLocks noGrp="1"/>
          </p:cNvSpPr>
          <p:nvPr>
            <p:ph idx="1" hasCustomPrompt="1"/>
          </p:nvPr>
        </p:nvSpPr>
        <p:spPr>
          <a:xfrm>
            <a:off x="2714324" y="1674795"/>
            <a:ext cx="6987941" cy="3536031"/>
          </a:xfrm>
        </p:spPr>
        <p:txBody>
          <a:bodyPr anchor="ctr">
            <a:normAutofit/>
          </a:bodyPr>
          <a:lstStyle>
            <a:lvl1pPr indent="0" algn="ctr">
              <a:lnSpc>
                <a:spcPct val="110000"/>
              </a:lnSpc>
              <a:buNone/>
              <a:defRPr sz="3900"/>
            </a:lvl1pPr>
          </a:lstStyle>
          <a:p>
            <a:pPr lvl="0"/>
            <a:r>
              <a:rPr lang="en-US"/>
              <a:t>Click to add Statement</a:t>
            </a:r>
            <a:endParaRPr lang="en-US"/>
          </a:p>
        </p:txBody>
      </p:sp>
      <p:sp>
        <p:nvSpPr>
          <p:cNvPr id="18" name="Rectangle 17"/>
          <p:cNvSpPr/>
          <p:nvPr userDrawn="1"/>
        </p:nvSpPr>
        <p:spPr>
          <a:xfrm rot="5400000">
            <a:off x="5831626" y="-5831626"/>
            <a:ext cx="528747" cy="12192003"/>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rot="10800000">
            <a:off x="26" y="-2"/>
            <a:ext cx="528747" cy="685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userDrawn="1"/>
        </p:nvSpPr>
        <p:spPr>
          <a:xfrm rot="5400000">
            <a:off x="5564357" y="761043"/>
            <a:ext cx="528747" cy="116651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817927" y="5907024"/>
            <a:ext cx="2604782" cy="365125"/>
          </a:xfrm>
        </p:spPr>
        <p:txBody>
          <a:bodyPr/>
          <a:lstStyle/>
          <a:p>
            <a:r>
              <a:rPr lang="en-US"/>
              <a:t>Sample Footer Text</a:t>
            </a:r>
            <a:endParaRPr lang="en-US"/>
          </a:p>
        </p:txBody>
      </p:sp>
      <p:sp>
        <p:nvSpPr>
          <p:cNvPr id="4" name="Date Placeholder 3"/>
          <p:cNvSpPr>
            <a:spLocks noGrp="1"/>
          </p:cNvSpPr>
          <p:nvPr>
            <p:ph type="dt" sz="half" idx="10"/>
          </p:nvPr>
        </p:nvSpPr>
        <p:spPr>
          <a:xfrm>
            <a:off x="9043332" y="5907024"/>
            <a:ext cx="2046806" cy="365125"/>
          </a:xfrm>
        </p:spPr>
        <p:txBody>
          <a:bodyPr/>
          <a:lstStyle/>
          <a:p>
            <a:fld id="{98BEC008-C885-4F17-B0DB-2C8F81A0E419}" type="datetime1">
              <a:rPr lang="en-US" smtClean="0"/>
            </a:fld>
            <a:endParaRPr lang="en-US"/>
          </a:p>
        </p:txBody>
      </p:sp>
      <p:sp>
        <p:nvSpPr>
          <p:cNvPr id="6" name="Slide Number Placeholder 5"/>
          <p:cNvSpPr>
            <a:spLocks noGrp="1"/>
          </p:cNvSpPr>
          <p:nvPr>
            <p:ph type="sldNum" sz="quarter" idx="12"/>
          </p:nvPr>
        </p:nvSpPr>
        <p:spPr>
          <a:xfrm>
            <a:off x="11172586" y="5907024"/>
            <a:ext cx="437990" cy="365125"/>
          </a:xfrm>
        </p:spPr>
        <p:txBody>
          <a:bodyPr/>
          <a:lstStyle/>
          <a:p>
            <a:fld id="{70EC1AA3-E190-46A4-AF04-8889F5477E2A}" type="slidenum">
              <a:rPr lang="en-US" smtClean="0"/>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2" name="Title 1"/>
          <p:cNvSpPr>
            <a:spLocks noGrp="1"/>
          </p:cNvSpPr>
          <p:nvPr>
            <p:ph type="title"/>
          </p:nvPr>
        </p:nvSpPr>
        <p:spPr>
          <a:xfrm>
            <a:off x="838200" y="-1081716"/>
            <a:ext cx="10018496" cy="880974"/>
          </a:xfrm>
        </p:spPr>
        <p:txBody>
          <a:bodyPr/>
          <a:lstStyle/>
          <a:p>
            <a:r>
              <a:rPr lang="en-US"/>
              <a:t>Click to edit Master title style</a:t>
            </a:r>
            <a:endParaRPr lang="en-US"/>
          </a:p>
        </p:txBody>
      </p:sp>
      <p:sp>
        <p:nvSpPr>
          <p:cNvPr id="3" name="Content Placeholder 2"/>
          <p:cNvSpPr>
            <a:spLocks noGrp="1"/>
          </p:cNvSpPr>
          <p:nvPr>
            <p:ph idx="1" hasCustomPrompt="1"/>
          </p:nvPr>
        </p:nvSpPr>
        <p:spPr>
          <a:xfrm>
            <a:off x="2689934" y="2175029"/>
            <a:ext cx="6809174" cy="2543649"/>
          </a:xfrm>
        </p:spPr>
        <p:txBody>
          <a:bodyPr anchor="ctr">
            <a:normAutofit/>
          </a:bodyPr>
          <a:lstStyle>
            <a:lvl1pPr indent="0" algn="ctr">
              <a:lnSpc>
                <a:spcPct val="120000"/>
              </a:lnSpc>
              <a:buNone/>
              <a:defRPr sz="2400" cap="all" spc="300" baseline="0">
                <a:latin typeface="+mj-lt"/>
              </a:defRPr>
            </a:lvl1pPr>
          </a:lstStyle>
          <a:p>
            <a:pPr lvl="0"/>
            <a:r>
              <a:rPr lang="en-US"/>
              <a:t>Click to add Statement</a:t>
            </a:r>
            <a:endParaRPr lang="en-US"/>
          </a:p>
        </p:txBody>
      </p:sp>
      <p:sp>
        <p:nvSpPr>
          <p:cNvPr id="7" name="Rectangle 6"/>
          <p:cNvSpPr/>
          <p:nvPr userDrawn="1"/>
        </p:nvSpPr>
        <p:spPr>
          <a:xfrm rot="10800000">
            <a:off x="11021587" y="2603"/>
            <a:ext cx="1170392"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a:off x="6108215" y="-4966221"/>
            <a:ext cx="1143004" cy="110734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10800000">
            <a:off x="22" y="0"/>
            <a:ext cx="1142980" cy="685799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5400000">
            <a:off x="4937364" y="773779"/>
            <a:ext cx="1143002" cy="110254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endParaRPr lang="en-US"/>
          </a:p>
        </p:txBody>
      </p:sp>
      <p:sp>
        <p:nvSpPr>
          <p:cNvPr id="4" name="Date Placeholder 3"/>
          <p:cNvSpPr>
            <a:spLocks noGrp="1"/>
          </p:cNvSpPr>
          <p:nvPr>
            <p:ph type="dt" sz="half" idx="10"/>
          </p:nvPr>
        </p:nvSpPr>
        <p:spPr>
          <a:xfrm>
            <a:off x="8064062" y="6323214"/>
            <a:ext cx="2604782" cy="365125"/>
          </a:xfrm>
        </p:spPr>
        <p:txBody>
          <a:bodyPr/>
          <a:lstStyle>
            <a:lvl1pPr>
              <a:defRPr>
                <a:solidFill>
                  <a:schemeClr val="tx1"/>
                </a:solidFill>
              </a:defRPr>
            </a:lvl1pPr>
          </a:lstStyle>
          <a:p>
            <a:fld id="{50DBBD3B-EC09-4D9B-BC54-BEF83B104B20}" type="datetime1">
              <a:rPr lang="en-US" smtClean="0"/>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0EC1AA3-E190-46A4-AF04-8889F5477E2A}" type="slidenum">
              <a:rPr lang="en-US" smtClean="0"/>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p:cNvSpPr>
            <a:spLocks noGrp="1"/>
          </p:cNvSpPr>
          <p:nvPr>
            <p:ph type="title"/>
          </p:nvPr>
        </p:nvSpPr>
        <p:spPr>
          <a:xfrm>
            <a:off x="838200" y="-1081716"/>
            <a:ext cx="10018496" cy="880974"/>
          </a:xfrm>
        </p:spPr>
        <p:txBody>
          <a:bodyPr/>
          <a:lstStyle/>
          <a:p>
            <a:r>
              <a:rPr lang="en-US"/>
              <a:t>Click to edit Master title style</a:t>
            </a:r>
            <a:endParaRPr lang="en-US"/>
          </a:p>
        </p:txBody>
      </p:sp>
      <p:sp>
        <p:nvSpPr>
          <p:cNvPr id="10" name="Content Placeholder 14"/>
          <p:cNvSpPr>
            <a:spLocks noGrp="1"/>
          </p:cNvSpPr>
          <p:nvPr>
            <p:ph sz="quarter" idx="13" hasCustomPrompt="1"/>
          </p:nvPr>
        </p:nvSpPr>
        <p:spPr>
          <a:xfrm>
            <a:off x="838199" y="1086682"/>
            <a:ext cx="7980679" cy="3441769"/>
          </a:xfrm>
        </p:spPr>
        <p:txBody>
          <a:bodyPr anchor="ctr"/>
          <a:lstStyle>
            <a:lvl1pPr marL="0" indent="0">
              <a:lnSpc>
                <a:spcPct val="100000"/>
              </a:lnSpc>
              <a:buNone/>
              <a:defRPr sz="4600" baseline="0"/>
            </a:lvl1pPr>
            <a:lvl5pPr>
              <a:defRPr/>
            </a:lvl5pPr>
          </a:lstStyle>
          <a:p>
            <a:pPr lvl="0"/>
            <a:r>
              <a:rPr lang="en-US"/>
              <a:t>Click to add Statement</a:t>
            </a:r>
            <a:endParaRPr lang="en-US"/>
          </a:p>
        </p:txBody>
      </p:sp>
      <p:sp>
        <p:nvSpPr>
          <p:cNvPr id="5" name="Footer Placeholder 4"/>
          <p:cNvSpPr>
            <a:spLocks noGrp="1"/>
          </p:cNvSpPr>
          <p:nvPr>
            <p:ph type="ftr" sz="quarter" idx="11"/>
          </p:nvPr>
        </p:nvSpPr>
        <p:spPr/>
        <p:txBody>
          <a:bodyPr/>
          <a:lstStyle/>
          <a:p>
            <a:r>
              <a:rPr lang="en-US"/>
              <a:t>Sample Footer Text</a:t>
            </a:r>
            <a:endParaRPr lang="en-US"/>
          </a:p>
        </p:txBody>
      </p:sp>
      <p:cxnSp>
        <p:nvCxnSpPr>
          <p:cNvPr id="7" name="Straight Connector 6"/>
          <p:cNvCxnSpPr/>
          <p:nvPr userDrawn="1"/>
        </p:nvCxnSpPr>
        <p:spPr>
          <a:xfrm>
            <a:off x="10947646" y="0"/>
            <a:ext cx="0" cy="5614261"/>
          </a:xfrm>
          <a:prstGeom prst="line">
            <a:avLst/>
          </a:prstGeom>
          <a:ln w="26035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a:off x="0" y="5486400"/>
            <a:ext cx="12192000" cy="0"/>
          </a:xfrm>
          <a:prstGeom prst="line">
            <a:avLst/>
          </a:prstGeom>
          <a:ln w="2603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0815692" y="5486400"/>
            <a:ext cx="1376308" cy="0"/>
          </a:xfrm>
          <a:prstGeom prst="line">
            <a:avLst/>
          </a:prstGeom>
          <a:ln w="2603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10947647" y="5614261"/>
            <a:ext cx="0" cy="1243739"/>
          </a:xfrm>
          <a:prstGeom prst="line">
            <a:avLst/>
          </a:prstGeom>
          <a:ln w="260350">
            <a:solidFill>
              <a:schemeClr val="accent5"/>
            </a:solidFill>
          </a:ln>
        </p:spPr>
        <p:style>
          <a:lnRef idx="2">
            <a:schemeClr val="accent1"/>
          </a:lnRef>
          <a:fillRef idx="0">
            <a:schemeClr val="accent1"/>
          </a:fillRef>
          <a:effectRef idx="1">
            <a:schemeClr val="accent1"/>
          </a:effectRef>
          <a:fontRef idx="minor">
            <a:schemeClr val="tx1"/>
          </a:fontRef>
        </p:style>
      </p:cxnSp>
      <p:sp>
        <p:nvSpPr>
          <p:cNvPr id="4" name="Date Placeholder 3"/>
          <p:cNvSpPr>
            <a:spLocks noGrp="1"/>
          </p:cNvSpPr>
          <p:nvPr>
            <p:ph type="dt" sz="half" idx="10"/>
          </p:nvPr>
        </p:nvSpPr>
        <p:spPr>
          <a:xfrm>
            <a:off x="8003098" y="6323214"/>
            <a:ext cx="2604781" cy="365125"/>
          </a:xfrm>
        </p:spPr>
        <p:txBody>
          <a:bodyPr/>
          <a:lstStyle/>
          <a:p>
            <a:fld id="{094843DB-3E18-4C06-B725-875765415AAD}" type="datetime1">
              <a:rPr lang="en-US" smtClean="0"/>
            </a:fld>
            <a:endParaRPr lang="en-US"/>
          </a:p>
        </p:txBody>
      </p:sp>
      <p:sp>
        <p:nvSpPr>
          <p:cNvPr id="6" name="Slide Number Placeholder 5"/>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798872"/>
            <a:ext cx="10515600" cy="880974"/>
          </a:xfr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a:r>
              <a:rPr lang="en-US"/>
              <a:t>Sample Footer Text</a:t>
            </a:r>
            <a:endParaRPr lang="en-US"/>
          </a:p>
        </p:txBody>
      </p:sp>
      <p:sp>
        <p:nvSpPr>
          <p:cNvPr id="5" name="Date Placeholder 4"/>
          <p:cNvSpPr>
            <a:spLocks noGrp="1"/>
          </p:cNvSpPr>
          <p:nvPr>
            <p:ph type="dt" sz="half" idx="10"/>
          </p:nvPr>
        </p:nvSpPr>
        <p:spPr/>
        <p:txBody>
          <a:bodyPr/>
          <a:lstStyle/>
          <a:p>
            <a:fld id="{143257D6-F968-4957-9599-A543B6279305}" type="datetime1">
              <a:rPr lang="en-US" smtClean="0"/>
            </a:fld>
            <a:endParaRPr lang="en-US"/>
          </a:p>
        </p:txBody>
      </p:sp>
      <p:sp>
        <p:nvSpPr>
          <p:cNvPr id="7" name="Slide Number Placeholder 6"/>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546652"/>
            <a:ext cx="10515600" cy="795808"/>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510747"/>
            <a:ext cx="5157787"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156847"/>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510747"/>
            <a:ext cx="5183188"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156847"/>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Footer Placeholder 7"/>
          <p:cNvSpPr>
            <a:spLocks noGrp="1"/>
          </p:cNvSpPr>
          <p:nvPr>
            <p:ph type="ftr" sz="quarter" idx="11"/>
          </p:nvPr>
        </p:nvSpPr>
        <p:spPr/>
        <p:txBody>
          <a:bodyPr/>
          <a:lstStyle/>
          <a:p>
            <a:r>
              <a:rPr lang="en-US"/>
              <a:t>Sample Footer Text</a:t>
            </a:r>
            <a:endParaRPr lang="en-US"/>
          </a:p>
        </p:txBody>
      </p:sp>
      <p:sp>
        <p:nvSpPr>
          <p:cNvPr id="7" name="Date Placeholder 6"/>
          <p:cNvSpPr>
            <a:spLocks noGrp="1"/>
          </p:cNvSpPr>
          <p:nvPr>
            <p:ph type="dt" sz="half" idx="10"/>
          </p:nvPr>
        </p:nvSpPr>
        <p:spPr/>
        <p:txBody>
          <a:bodyPr/>
          <a:lstStyle/>
          <a:p>
            <a:fld id="{CAB5CF13-2E24-4DB8-959B-AA8296592E73}" type="datetime1">
              <a:rPr lang="en-US" smtClean="0"/>
            </a:fld>
            <a:endParaRPr lang="en-US"/>
          </a:p>
        </p:txBody>
      </p:sp>
      <p:sp>
        <p:nvSpPr>
          <p:cNvPr id="9" name="Slide Number Placeholder 8"/>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85"/>
            <a:ext cx="10018496" cy="880974"/>
          </a:xfrm>
        </p:spPr>
        <p:txBody>
          <a:bodyPr anchor="t"/>
          <a:lstStyle/>
          <a:p>
            <a:r>
              <a:rPr lang="en-US"/>
              <a:t>Click to edit Master title style</a:t>
            </a:r>
            <a:endParaRPr lang="en-US"/>
          </a:p>
        </p:txBody>
      </p:sp>
      <p:sp>
        <p:nvSpPr>
          <p:cNvPr id="4" name="Footer Placeholder 3"/>
          <p:cNvSpPr>
            <a:spLocks noGrp="1"/>
          </p:cNvSpPr>
          <p:nvPr>
            <p:ph type="ftr" sz="quarter" idx="11"/>
          </p:nvPr>
        </p:nvSpPr>
        <p:spPr/>
        <p:txBody>
          <a:bodyPr/>
          <a:lstStyle/>
          <a:p>
            <a:r>
              <a:rPr lang="en-US"/>
              <a:t>Sample Footer Text</a:t>
            </a:r>
            <a:endParaRPr lang="en-US"/>
          </a:p>
        </p:txBody>
      </p:sp>
      <p:sp>
        <p:nvSpPr>
          <p:cNvPr id="3" name="Date Placeholder 2"/>
          <p:cNvSpPr>
            <a:spLocks noGrp="1"/>
          </p:cNvSpPr>
          <p:nvPr>
            <p:ph type="dt" sz="half" idx="10"/>
          </p:nvPr>
        </p:nvSpPr>
        <p:spPr/>
        <p:txBody>
          <a:bodyPr/>
          <a:lstStyle/>
          <a:p>
            <a:fld id="{9A2DBCD1-2C03-4C18-9929-A685323306EF}" type="datetime1">
              <a:rPr lang="en-US" smtClean="0"/>
            </a:fld>
            <a:endParaRPr lang="en-US"/>
          </a:p>
        </p:txBody>
      </p:sp>
      <p:sp>
        <p:nvSpPr>
          <p:cNvPr id="5" name="Slide Number Placeholder 4"/>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Sample Footer Text</a:t>
            </a:r>
            <a:endParaRPr lang="en-US"/>
          </a:p>
        </p:txBody>
      </p:sp>
      <p:sp>
        <p:nvSpPr>
          <p:cNvPr id="2" name="Date Placeholder 1"/>
          <p:cNvSpPr>
            <a:spLocks noGrp="1"/>
          </p:cNvSpPr>
          <p:nvPr>
            <p:ph type="dt" sz="half" idx="10"/>
          </p:nvPr>
        </p:nvSpPr>
        <p:spPr/>
        <p:txBody>
          <a:bodyPr/>
          <a:lstStyle/>
          <a:p>
            <a:fld id="{CE41607A-0E4A-4483-8030-85E6D001E3D3}" type="datetime1">
              <a:rPr lang="en-US" smtClean="0"/>
            </a:fld>
            <a:endParaRPr lang="en-US"/>
          </a:p>
        </p:txBody>
      </p:sp>
      <p:sp>
        <p:nvSpPr>
          <p:cNvPr id="4" name="Slide Number Placeholder 3"/>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37098"/>
            <a:ext cx="3644077" cy="1391054"/>
          </a:xfrm>
        </p:spPr>
        <p:txBody>
          <a:bodyPr anchor="t"/>
          <a:lstStyle>
            <a:lvl1pPr>
              <a:defRPr sz="1850"/>
            </a:lvl1pPr>
          </a:lstStyle>
          <a:p>
            <a:r>
              <a:rPr lang="en-US"/>
              <a:t>Click to edit Master title style</a:t>
            </a:r>
            <a:endParaRPr lang="en-US"/>
          </a:p>
        </p:txBody>
      </p:sp>
      <p:sp>
        <p:nvSpPr>
          <p:cNvPr id="4" name="Text Placeholder 3"/>
          <p:cNvSpPr>
            <a:spLocks noGrp="1"/>
          </p:cNvSpPr>
          <p:nvPr>
            <p:ph type="body" sz="half" idx="2"/>
          </p:nvPr>
        </p:nvSpPr>
        <p:spPr>
          <a:xfrm>
            <a:off x="839788" y="2590800"/>
            <a:ext cx="3644077" cy="327818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Content Placeholder 2"/>
          <p:cNvSpPr>
            <a:spLocks noGrp="1"/>
          </p:cNvSpPr>
          <p:nvPr>
            <p:ph idx="1"/>
          </p:nvPr>
        </p:nvSpPr>
        <p:spPr>
          <a:xfrm>
            <a:off x="5183188" y="987425"/>
            <a:ext cx="6172200" cy="488156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a:r>
              <a:rPr lang="en-US"/>
              <a:t>Sample Footer Text</a:t>
            </a:r>
            <a:endParaRPr lang="en-US"/>
          </a:p>
        </p:txBody>
      </p:sp>
      <p:sp>
        <p:nvSpPr>
          <p:cNvPr id="5" name="Date Placeholder 4"/>
          <p:cNvSpPr>
            <a:spLocks noGrp="1"/>
          </p:cNvSpPr>
          <p:nvPr>
            <p:ph type="dt" sz="half" idx="10"/>
          </p:nvPr>
        </p:nvSpPr>
        <p:spPr/>
        <p:txBody>
          <a:bodyPr/>
          <a:lstStyle/>
          <a:p>
            <a:fld id="{14CF44AC-57FB-4440-9CB9-82E4E50EB799}" type="datetime1">
              <a:rPr lang="en-US" smtClean="0"/>
            </a:fld>
            <a:endParaRPr lang="en-US"/>
          </a:p>
        </p:txBody>
      </p:sp>
      <p:sp>
        <p:nvSpPr>
          <p:cNvPr id="7" name="Slide Number Placeholder 6"/>
          <p:cNvSpPr>
            <a:spLocks noGrp="1"/>
          </p:cNvSpPr>
          <p:nvPr>
            <p:ph type="sldNum" sz="quarter" idx="12"/>
          </p:nvPr>
        </p:nvSpPr>
        <p:spPr/>
        <p:txBody>
          <a:bodyPr/>
          <a:lstStyle/>
          <a:p>
            <a:fld id="{70EC1AA3-E190-46A4-AF04-8889F5477E2A}" type="slidenum">
              <a:rPr lang="en-US" smtClean="0"/>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42975"/>
            <a:ext cx="3492817" cy="1689674"/>
          </a:xfrm>
        </p:spPr>
        <p:txBody>
          <a:bodyPr anchor="t"/>
          <a:lstStyle>
            <a:lvl1pPr>
              <a:defRPr sz="1850"/>
            </a:lvl1pPr>
          </a:lstStyle>
          <a:p>
            <a:r>
              <a:rPr lang="en-US"/>
              <a:t>Click to edit Master title style</a:t>
            </a:r>
            <a:endParaRPr lang="en-US"/>
          </a:p>
        </p:txBody>
      </p:sp>
      <p:sp>
        <p:nvSpPr>
          <p:cNvPr id="4" name="Text Placeholder 3"/>
          <p:cNvSpPr>
            <a:spLocks noGrp="1"/>
          </p:cNvSpPr>
          <p:nvPr>
            <p:ph type="body" sz="half" idx="2"/>
          </p:nvPr>
        </p:nvSpPr>
        <p:spPr>
          <a:xfrm>
            <a:off x="839788" y="3272010"/>
            <a:ext cx="3492817" cy="259697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Picture Placeholder 2"/>
          <p:cNvSpPr>
            <a:spLocks noGrp="1"/>
          </p:cNvSpPr>
          <p:nvPr>
            <p:ph type="pic" idx="1"/>
          </p:nvPr>
        </p:nvSpPr>
        <p:spPr>
          <a:xfrm>
            <a:off x="5686034" y="963397"/>
            <a:ext cx="5536650" cy="4929669"/>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 name="Footer Placeholder 5"/>
          <p:cNvSpPr>
            <a:spLocks noGrp="1"/>
          </p:cNvSpPr>
          <p:nvPr>
            <p:ph type="ftr" sz="quarter" idx="11"/>
          </p:nvPr>
        </p:nvSpPr>
        <p:spPr/>
        <p:txBody>
          <a:bodyPr/>
          <a:lstStyle/>
          <a:p>
            <a:r>
              <a:rPr lang="en-US"/>
              <a:t>Sample Footer Text</a:t>
            </a:r>
            <a:endParaRPr lang="en-US"/>
          </a:p>
        </p:txBody>
      </p:sp>
      <p:sp>
        <p:nvSpPr>
          <p:cNvPr id="5" name="Date Placeholder 4"/>
          <p:cNvSpPr>
            <a:spLocks noGrp="1"/>
          </p:cNvSpPr>
          <p:nvPr>
            <p:ph type="dt" sz="half" idx="10"/>
          </p:nvPr>
        </p:nvSpPr>
        <p:spPr/>
        <p:txBody>
          <a:bodyPr/>
          <a:lstStyle/>
          <a:p>
            <a:fld id="{2B9E8601-2BD0-46B5-A5A2-FCF47718EE02}" type="datetime1">
              <a:rPr lang="en-US" smtClean="0"/>
            </a:fld>
            <a:endParaRPr lang="en-US"/>
          </a:p>
        </p:txBody>
      </p:sp>
      <p:sp>
        <p:nvSpPr>
          <p:cNvPr id="7" name="Slide Number Placeholder 6"/>
          <p:cNvSpPr>
            <a:spLocks noGrp="1"/>
          </p:cNvSpPr>
          <p:nvPr>
            <p:ph type="sldNum" sz="quarter" idx="12"/>
          </p:nvPr>
        </p:nvSpPr>
        <p:spPr/>
        <p:txBody>
          <a:bodyPr/>
          <a:lstStyle/>
          <a:p>
            <a:fld id="{70EC1AA3-E190-46A4-AF04-8889F5477E2A}" type="slidenum">
              <a:rPr lang="en-US" smtClean="0"/>
            </a:fld>
            <a:endParaRPr lang="en-US"/>
          </a:p>
        </p:txBody>
      </p:sp>
      <p:sp>
        <p:nvSpPr>
          <p:cNvPr id="9" name="Rectangle 8"/>
          <p:cNvSpPr/>
          <p:nvPr/>
        </p:nvSpPr>
        <p:spPr>
          <a:xfrm rot="5400000">
            <a:off x="8193873" y="3124743"/>
            <a:ext cx="260487" cy="57971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rot="5400000">
            <a:off x="8454360" y="-2063874"/>
            <a:ext cx="260487" cy="579713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425549" y="704450"/>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sp>
        <p:nvSpPr>
          <p:cNvPr id="13" name="Rectangle 12"/>
          <p:cNvSpPr/>
          <p:nvPr userDrawn="1"/>
        </p:nvSpPr>
        <p:spPr>
          <a:xfrm>
            <a:off x="0" y="1"/>
            <a:ext cx="12192000" cy="43002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0800000">
            <a:off x="0" y="0"/>
            <a:ext cx="1445475"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627823" y="1508168"/>
            <a:ext cx="5253436" cy="1634572"/>
          </a:xfrm>
        </p:spPr>
        <p:txBody>
          <a:bodyPr anchor="ctr">
            <a:normAutofit/>
          </a:bodyPr>
          <a:lstStyle>
            <a:lvl1pPr>
              <a:defRPr sz="3200">
                <a:solidFill>
                  <a:schemeClr val="bg1"/>
                </a:solidFill>
              </a:defRPr>
            </a:lvl1pPr>
          </a:lstStyle>
          <a:p>
            <a:r>
              <a:rPr lang="en-US"/>
              <a:t>Click to edit Master title style</a:t>
            </a:r>
            <a:endParaRPr lang="en-US"/>
          </a:p>
        </p:txBody>
      </p:sp>
      <p:sp>
        <p:nvSpPr>
          <p:cNvPr id="3" name="Content Placeholder 2"/>
          <p:cNvSpPr>
            <a:spLocks noGrp="1"/>
          </p:cNvSpPr>
          <p:nvPr>
            <p:ph idx="1"/>
          </p:nvPr>
        </p:nvSpPr>
        <p:spPr>
          <a:xfrm>
            <a:off x="2627823" y="4744721"/>
            <a:ext cx="5253436" cy="1473316"/>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a:xfrm>
            <a:off x="2649759" y="6323214"/>
            <a:ext cx="2604782" cy="365125"/>
          </a:xfrm>
        </p:spPr>
        <p:txBody>
          <a:bodyPr/>
          <a:lstStyle>
            <a:lvl1pPr>
              <a:defRPr>
                <a:solidFill>
                  <a:schemeClr val="tx2"/>
                </a:solidFill>
              </a:defRPr>
            </a:lvl1pPr>
          </a:lstStyle>
          <a:p>
            <a:r>
              <a:rPr lang="en-US"/>
              <a:t>Sample Footer Text</a:t>
            </a:r>
            <a:endParaRPr lang="en-US"/>
          </a:p>
        </p:txBody>
      </p:sp>
      <p:sp>
        <p:nvSpPr>
          <p:cNvPr id="4" name="Date Placeholder 3"/>
          <p:cNvSpPr>
            <a:spLocks noGrp="1"/>
          </p:cNvSpPr>
          <p:nvPr>
            <p:ph type="dt" sz="half" idx="10"/>
          </p:nvPr>
        </p:nvSpPr>
        <p:spPr/>
        <p:txBody>
          <a:bodyPr/>
          <a:lstStyle>
            <a:lvl1pPr>
              <a:defRPr>
                <a:solidFill>
                  <a:schemeClr val="tx2"/>
                </a:solidFill>
              </a:defRPr>
            </a:lvl1pPr>
          </a:lstStyle>
          <a:p>
            <a:fld id="{0DC36B11-09C7-4F46-9FE7-226602B63AC5}" type="datetime1">
              <a:rPr lang="en-US" smtClean="0"/>
            </a:fld>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fld>
            <a:endParaRPr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2">
    <p:spTree>
      <p:nvGrpSpPr>
        <p:cNvPr id="1" name=""/>
        <p:cNvGrpSpPr/>
        <p:nvPr/>
      </p:nvGrpSpPr>
      <p:grpSpPr>
        <a:xfrm>
          <a:off x="0" y="0"/>
          <a:ext cx="0" cy="0"/>
          <a:chOff x="0" y="0"/>
          <a:chExt cx="0" cy="0"/>
        </a:xfrm>
      </p:grpSpPr>
      <p:sp>
        <p:nvSpPr>
          <p:cNvPr id="9" name="Rectangle 8"/>
          <p:cNvSpPr/>
          <p:nvPr userDrawn="1"/>
        </p:nvSpPr>
        <p:spPr>
          <a:xfrm rot="5400000">
            <a:off x="4803822" y="-4803819"/>
            <a:ext cx="2584358" cy="1219199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49778" y="741033"/>
            <a:ext cx="5253436" cy="1102295"/>
          </a:xfrm>
        </p:spPr>
        <p:txBody>
          <a:bodyPr anchor="ctr">
            <a:normAutofit/>
          </a:bodyPr>
          <a:lstStyle>
            <a:lvl1pPr>
              <a:defRPr sz="2600">
                <a:solidFill>
                  <a:schemeClr val="bg1"/>
                </a:solidFill>
              </a:defRPr>
            </a:lvl1pPr>
          </a:lstStyle>
          <a:p>
            <a:r>
              <a:rPr lang="en-US"/>
              <a:t>Click to edit Master title style</a:t>
            </a:r>
            <a:endParaRPr lang="en-US"/>
          </a:p>
        </p:txBody>
      </p:sp>
      <p:sp>
        <p:nvSpPr>
          <p:cNvPr id="3" name="Content Placeholder 2"/>
          <p:cNvSpPr>
            <a:spLocks noGrp="1"/>
          </p:cNvSpPr>
          <p:nvPr>
            <p:ph idx="1"/>
          </p:nvPr>
        </p:nvSpPr>
        <p:spPr>
          <a:xfrm>
            <a:off x="2149778" y="3351533"/>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Rectangle 9"/>
          <p:cNvSpPr/>
          <p:nvPr userDrawn="1"/>
        </p:nvSpPr>
        <p:spPr>
          <a:xfrm rot="10800000">
            <a:off x="0" y="0"/>
            <a:ext cx="1445475"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2149778" y="6323214"/>
            <a:ext cx="2604782" cy="365125"/>
          </a:xfrm>
        </p:spPr>
        <p:txBody>
          <a:bodyPr/>
          <a:lstStyle>
            <a:lvl1pPr>
              <a:defRPr>
                <a:solidFill>
                  <a:schemeClr val="tx2"/>
                </a:solidFill>
              </a:defRPr>
            </a:lvl1pPr>
          </a:lstStyle>
          <a:p>
            <a:r>
              <a:rPr lang="en-US"/>
              <a:t>Sample Footer Text</a:t>
            </a:r>
            <a:endParaRPr lang="en-US"/>
          </a:p>
        </p:txBody>
      </p:sp>
      <p:sp>
        <p:nvSpPr>
          <p:cNvPr id="4" name="Date Placeholder 3"/>
          <p:cNvSpPr>
            <a:spLocks noGrp="1"/>
          </p:cNvSpPr>
          <p:nvPr>
            <p:ph type="dt" sz="half" idx="10"/>
          </p:nvPr>
        </p:nvSpPr>
        <p:spPr/>
        <p:txBody>
          <a:bodyPr/>
          <a:lstStyle>
            <a:lvl1pPr>
              <a:defRPr>
                <a:solidFill>
                  <a:schemeClr val="tx2"/>
                </a:solidFill>
              </a:defRPr>
            </a:lvl1pPr>
          </a:lstStyle>
          <a:p>
            <a:fld id="{F0E2E5EA-A3E4-408A-8145-E2AA1AFB2561}" type="datetime1">
              <a:rPr lang="en-US" smtClean="0"/>
            </a:fld>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Conclusion 3">
    <p:spTree>
      <p:nvGrpSpPr>
        <p:cNvPr id="1" name=""/>
        <p:cNvGrpSpPr/>
        <p:nvPr/>
      </p:nvGrpSpPr>
      <p:grpSpPr>
        <a:xfrm>
          <a:off x="0" y="0"/>
          <a:ext cx="0" cy="0"/>
          <a:chOff x="0" y="0"/>
          <a:chExt cx="0" cy="0"/>
        </a:xfrm>
      </p:grpSpPr>
      <p:sp>
        <p:nvSpPr>
          <p:cNvPr id="2" name="Title 1"/>
          <p:cNvSpPr>
            <a:spLocks noGrp="1"/>
          </p:cNvSpPr>
          <p:nvPr>
            <p:ph type="title"/>
          </p:nvPr>
        </p:nvSpPr>
        <p:spPr>
          <a:xfrm>
            <a:off x="2149778" y="1191357"/>
            <a:ext cx="5253436" cy="1102295"/>
          </a:xfrm>
        </p:spPr>
        <p:txBody>
          <a:bodyPr>
            <a:normAutofit/>
          </a:bodyPr>
          <a:lstStyle>
            <a:lvl1pPr>
              <a:defRPr sz="2600">
                <a:solidFill>
                  <a:schemeClr val="tx2"/>
                </a:solidFill>
              </a:defRPr>
            </a:lvl1pPr>
          </a:lstStyle>
          <a:p>
            <a:r>
              <a:rPr lang="en-US"/>
              <a:t>Click to edit Master title style</a:t>
            </a:r>
            <a:endParaRPr lang="en-US"/>
          </a:p>
        </p:txBody>
      </p:sp>
      <p:sp>
        <p:nvSpPr>
          <p:cNvPr id="3" name="Content Placeholder 2"/>
          <p:cNvSpPr>
            <a:spLocks noGrp="1"/>
          </p:cNvSpPr>
          <p:nvPr>
            <p:ph idx="1"/>
          </p:nvPr>
        </p:nvSpPr>
        <p:spPr>
          <a:xfrm>
            <a:off x="2149778" y="2709839"/>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8"/>
          <p:cNvSpPr/>
          <p:nvPr userDrawn="1"/>
        </p:nvSpPr>
        <p:spPr>
          <a:xfrm rot="5400000">
            <a:off x="5374425" y="67058"/>
            <a:ext cx="1443150"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rot="10800000">
            <a:off x="0" y="0"/>
            <a:ext cx="1445475" cy="688463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2149778" y="6323214"/>
            <a:ext cx="2604782" cy="365125"/>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p:cNvSpPr>
            <a:spLocks noGrp="1"/>
          </p:cNvSpPr>
          <p:nvPr>
            <p:ph type="dt" sz="half" idx="10"/>
          </p:nvPr>
        </p:nvSpPr>
        <p:spPr/>
        <p:txBody>
          <a:bodyPr/>
          <a:lstStyle>
            <a:lvl1pPr>
              <a:defRPr>
                <a:solidFill>
                  <a:schemeClr val="bg1"/>
                </a:solidFill>
              </a:defRPr>
            </a:lvl1pPr>
          </a:lstStyle>
          <a:p>
            <a:fld id="{562E2D8D-BF14-411E-98EC-CE369ED518FD}" type="datetime1">
              <a:rPr lang="en-US" smtClean="0"/>
            </a:fld>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0EC1AA3-E190-46A4-AF04-8889F5477E2A}" type="slidenum">
              <a:rPr lang="en-US" smtClean="0"/>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sp>
        <p:nvSpPr>
          <p:cNvPr id="13" name="等腰三角形 15"/>
          <p:cNvSpPr/>
          <p:nvPr userDrawn="1">
            <p:custDataLst>
              <p:tags r:id="rId3"/>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pic>
        <p:nvPicPr>
          <p:cNvPr id="14" name="图片 13"/>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6"/>
            </p:custDataLst>
          </p:nvPr>
        </p:nvSpPr>
        <p:spPr>
          <a:xfrm>
            <a:off x="838200" y="1252855"/>
            <a:ext cx="10515600" cy="2902585"/>
          </a:xfrm>
          <a:noFill/>
        </p:spPr>
        <p:txBody>
          <a:bodyPr wrap="square" rtlCol="0" anchor="t">
            <a:normAutofit/>
          </a:bodyPr>
          <a:lstStyle>
            <a:lvl1pPr>
              <a:defRPr lang="en-US" sz="5200"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lt"/>
              </a:defRPr>
            </a:lvl1pPr>
          </a:lstStyle>
          <a:p>
            <a:pPr marL="0" lvl="0" defTabSz="1218565"/>
            <a:r>
              <a:rPr sz="6000" dirty="0">
                <a:sym typeface="+mn-ea"/>
              </a:rPr>
              <a:t>Click to add title</a:t>
            </a:r>
            <a:endParaRPr sz="6000" dirty="0">
              <a:sym typeface="+mn-ea"/>
            </a:endParaRPr>
          </a:p>
        </p:txBody>
      </p:sp>
      <p:sp>
        <p:nvSpPr>
          <p:cNvPr id="3" name="副标题 2"/>
          <p:cNvSpPr>
            <a:spLocks noGrp="1"/>
          </p:cNvSpPr>
          <p:nvPr>
            <p:ph type="subTitle" idx="1" hasCustomPrompt="1"/>
            <p:custDataLst>
              <p:tags r:id="rId7"/>
            </p:custDataLst>
          </p:nvPr>
        </p:nvSpPr>
        <p:spPr>
          <a:xfrm>
            <a:off x="904875" y="180975"/>
            <a:ext cx="10515600" cy="944880"/>
          </a:xfrm>
          <a:noFill/>
        </p:spPr>
        <p:txBody>
          <a:bodyPr wrap="square" rtlCol="0" anchor="b">
            <a:normAutofit/>
          </a:bodyPr>
          <a:lstStyle>
            <a:lvl1pPr marL="0" indent="0">
              <a:buNone/>
              <a:defRPr lang="en-US" sz="1800" b="1" dirty="0">
                <a:solidFill>
                  <a:schemeClr val="tx1">
                    <a:lumMod val="75000"/>
                    <a:lumOff val="25000"/>
                  </a:schemeClr>
                </a:solidFill>
                <a:latin typeface="+mj-lt"/>
              </a:defRPr>
            </a:lvl1pPr>
          </a:lstStyle>
          <a:p>
            <a:pPr marL="0" lvl="0"/>
            <a:r>
              <a:rPr>
                <a:sym typeface="+mn-ea"/>
              </a:rPr>
              <a:t>Click to add subtitle</a:t>
            </a:r>
            <a:endParaRPr>
              <a:sym typeface="+mn-ea"/>
            </a:endParaRPr>
          </a:p>
        </p:txBody>
      </p:sp>
      <p:sp>
        <p:nvSpPr>
          <p:cNvPr id="4" name="日期占位符 3"/>
          <p:cNvSpPr>
            <a:spLocks noGrp="1"/>
          </p:cNvSpPr>
          <p:nvPr>
            <p:ph type="dt" sz="half" idx="10"/>
            <p:custDataLst>
              <p:tags r:id="rId8"/>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11"/>
            <p:custDataLst>
              <p:tags r:id="rId9"/>
            </p:custDataLst>
          </p:nvPr>
        </p:nvSpPr>
        <p:spPr/>
        <p:txBody>
          <a:bodyPr>
            <a:normAutofit/>
          </a:bodyPr>
          <a:lstStyle>
            <a:lvl1pPr>
              <a:defRPr>
                <a:latin typeface="Arial" panose="020B0704020202020204" pitchFamily="34" charset="0"/>
                <a:sym typeface="Arial" panose="020B0704020202020204" pitchFamily="34" charset="0"/>
              </a:defRPr>
            </a:lvl1pPr>
          </a:lstStyle>
          <a:p>
            <a:endParaRPr lang="en-US" dirty="0"/>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
        <p:nvSpPr>
          <p:cNvPr id="10" name="文本占位符 9"/>
          <p:cNvSpPr>
            <a:spLocks noGrp="1"/>
          </p:cNvSpPr>
          <p:nvPr>
            <p:ph type="body" sz="quarter" idx="13" hasCustomPrompt="1"/>
            <p:custDataLst>
              <p:tags r:id="rId11"/>
            </p:custDataLst>
          </p:nvPr>
        </p:nvSpPr>
        <p:spPr>
          <a:xfrm>
            <a:off x="891540" y="4946650"/>
            <a:ext cx="5776595" cy="1244600"/>
          </a:xfrm>
        </p:spPr>
        <p:txBody>
          <a:bodyPr wrap="square" anchor="b" anchorCtr="0">
            <a:normAutofit/>
          </a:bodyPr>
          <a:lstStyle>
            <a:lvl1pPr marL="0" indent="0">
              <a:lnSpc>
                <a:spcPct val="100000"/>
              </a:lnSpc>
              <a:buNone/>
              <a:defRPr sz="1800" b="1">
                <a:gradFill>
                  <a:gsLst>
                    <a:gs pos="0">
                      <a:schemeClr val="accent2">
                        <a:lumMod val="70000"/>
                        <a:lumOff val="30000"/>
                      </a:schemeClr>
                    </a:gs>
                    <a:gs pos="35000">
                      <a:schemeClr val="accent2"/>
                    </a:gs>
                    <a:gs pos="100000">
                      <a:schemeClr val="accent1"/>
                    </a:gs>
                  </a:gsLst>
                  <a:lin ang="3000000" scaled="0"/>
                </a:gradFill>
                <a:latin typeface="+mn-lt"/>
              </a:defRPr>
            </a:lvl1pPr>
          </a:lstStyle>
          <a:p>
            <a:pPr lvl="0"/>
            <a:r>
              <a:rPr lang="en-US" dirty="0">
                <a:sym typeface="+mn-ea"/>
              </a:rPr>
              <a:t>Click to add text</a:t>
            </a:r>
            <a:endParaRPr lang="en-US" dirty="0">
              <a:sym typeface="+mn-ea"/>
            </a:endParaRPr>
          </a:p>
        </p:txBody>
      </p:sp>
      <p:sp>
        <p:nvSpPr>
          <p:cNvPr id="24" name="文本占位符 23"/>
          <p:cNvSpPr>
            <a:spLocks noGrp="1"/>
          </p:cNvSpPr>
          <p:nvPr>
            <p:ph type="body" sz="quarter" idx="17" hasCustomPrompt="1"/>
            <p:custDataLst>
              <p:tags r:id="rId12"/>
            </p:custDataLst>
          </p:nvPr>
        </p:nvSpPr>
        <p:spPr>
          <a:xfrm>
            <a:off x="1421061" y="4299150"/>
            <a:ext cx="5193634" cy="504000"/>
          </a:xfrm>
        </p:spPr>
        <p:txBody>
          <a:bodyPr wrap="square" anchor="ctr">
            <a:normAutofit/>
          </a:bodyPr>
          <a:lstStyle>
            <a:lvl1pPr marL="0" indent="0" algn="l">
              <a:lnSpc>
                <a:spcPct val="100000"/>
              </a:lnSpc>
              <a:buNone/>
              <a:defRPr sz="2000" b="1">
                <a:gradFill>
                  <a:gsLst>
                    <a:gs pos="0">
                      <a:schemeClr val="accent2">
                        <a:lumMod val="60000"/>
                        <a:lumOff val="40000"/>
                      </a:schemeClr>
                    </a:gs>
                    <a:gs pos="35000">
                      <a:schemeClr val="accent2"/>
                    </a:gs>
                    <a:gs pos="100000">
                      <a:schemeClr val="accent1"/>
                    </a:gs>
                  </a:gsLst>
                  <a:lin ang="3000000" scaled="0"/>
                </a:gradFill>
                <a:latin typeface="+mn-lt"/>
              </a:defRPr>
            </a:lvl1pPr>
          </a:lstStyle>
          <a:p>
            <a:pPr lvl="0"/>
            <a:r>
              <a:rPr lang="en-US" dirty="0">
                <a:sym typeface="+mn-ea"/>
              </a:rPr>
              <a:t>Click to add text</a:t>
            </a:r>
            <a:endParaRPr lang="en-US" dirty="0">
              <a:sym typeface="+mn-ea"/>
            </a:endParaRPr>
          </a:p>
        </p:txBody>
      </p:sp>
      <p:sp>
        <p:nvSpPr>
          <p:cNvPr id="9" name="iconfont-10342-5064101"/>
          <p:cNvSpPr>
            <a:spLocks noChangeAspect="1"/>
          </p:cNvSpPr>
          <p:nvPr userDrawn="1">
            <p:custDataLst>
              <p:tags r:id="rId13"/>
            </p:custDataLst>
          </p:nvPr>
        </p:nvSpPr>
        <p:spPr>
          <a:xfrm>
            <a:off x="838198" y="4335150"/>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704020202020204" pitchFamily="34" charset="0"/>
              <a:sym typeface="+mn-l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矩形 6"/>
          <p:cNvSpPr/>
          <p:nvPr userDrawn="1">
            <p:custDataLst>
              <p:tags r:id="rId2"/>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704020202020204" pitchFamily="34" charset="0"/>
              <a:sym typeface="Arial" panose="020B0704020202020204" pitchFamily="34" charset="0"/>
            </a:endParaRPr>
          </a:p>
        </p:txBody>
      </p:sp>
      <p:sp>
        <p:nvSpPr>
          <p:cNvPr id="2" name="标题 1"/>
          <p:cNvSpPr>
            <a:spLocks noGrp="1"/>
          </p:cNvSpPr>
          <p:nvPr>
            <p:ph type="title" hasCustomPrompt="1"/>
            <p:custDataLst>
              <p:tags r:id="rId3"/>
            </p:custDataLst>
          </p:nvPr>
        </p:nvSpPr>
        <p:spPr/>
        <p:txBody>
          <a:bodyPr wrap="square">
            <a:normAutofit/>
          </a:bodyPr>
          <a:lstStyle>
            <a:lvl1pPr>
              <a:defRPr>
                <a:latin typeface="+mj-lt"/>
                <a:sym typeface="Arial" panose="020B07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4"/>
            </p:custDataLst>
          </p:nvPr>
        </p:nvSpPr>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11"/>
            <p:custDataLst>
              <p:tags r:id="rId6"/>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10" name="矩形 9"/>
          <p:cNvSpPr/>
          <p:nvPr userDrawn="1">
            <p:custDataLst>
              <p:tags r:id="rId2"/>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704020202020204" pitchFamily="34" charset="0"/>
              <a:sym typeface="Arial" panose="020B0704020202020204" pitchFamily="34" charset="0"/>
            </a:endParaRPr>
          </a:p>
        </p:txBody>
      </p:sp>
      <p:sp>
        <p:nvSpPr>
          <p:cNvPr id="2" name="标题 1"/>
          <p:cNvSpPr>
            <a:spLocks noGrp="1"/>
          </p:cNvSpPr>
          <p:nvPr>
            <p:ph type="title" hasCustomPrompt="1"/>
            <p:custDataLst>
              <p:tags r:id="rId3"/>
            </p:custDataLst>
          </p:nvPr>
        </p:nvSpPr>
        <p:spPr>
          <a:xfrm>
            <a:off x="0" y="995680"/>
            <a:ext cx="4690745" cy="2914015"/>
          </a:xfrm>
        </p:spPr>
        <p:txBody>
          <a:bodyPr wrap="square" anchor="b">
            <a:normAutofit/>
          </a:bodyPr>
          <a:lstStyle>
            <a:lvl1pPr algn="ctr">
              <a:defRPr sz="5800">
                <a:gradFill>
                  <a:gsLst>
                    <a:gs pos="0">
                      <a:schemeClr val="accent2">
                        <a:lumMod val="70000"/>
                        <a:lumOff val="30000"/>
                      </a:schemeClr>
                    </a:gs>
                    <a:gs pos="35000">
                      <a:schemeClr val="accent2"/>
                    </a:gs>
                    <a:gs pos="100000">
                      <a:schemeClr val="accent1"/>
                    </a:gs>
                  </a:gsLst>
                  <a:lin ang="3000000" scaled="0"/>
                </a:gradFill>
                <a:latin typeface="+mj-lt"/>
                <a:sym typeface="Arial" panose="020B0704020202020204" pitchFamily="34" charset="0"/>
              </a:defRPr>
            </a:lvl1pPr>
          </a:lstStyle>
          <a:p>
            <a:r>
              <a:rPr lang="en-US" dirty="0">
                <a:latin typeface="+mj-lt"/>
              </a:rPr>
              <a:t>Click to add title</a:t>
            </a:r>
            <a:endParaRPr lang="en-US" dirty="0"/>
          </a:p>
        </p:txBody>
      </p:sp>
      <p:sp>
        <p:nvSpPr>
          <p:cNvPr id="7" name="日期占位符 6"/>
          <p:cNvSpPr>
            <a:spLocks noGrp="1"/>
          </p:cNvSpPr>
          <p:nvPr>
            <p:ph type="dt" sz="half" idx="10"/>
            <p:custDataLst>
              <p:tags r:id="rId4"/>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8" name="页脚占位符 7"/>
          <p:cNvSpPr>
            <a:spLocks noGrp="1"/>
          </p:cNvSpPr>
          <p:nvPr>
            <p:ph type="ftr" sz="quarter" idx="11"/>
            <p:custDataLst>
              <p:tags r:id="rId5"/>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9" name="灯片编号占位符 8"/>
          <p:cNvSpPr>
            <a:spLocks noGrp="1"/>
          </p:cNvSpPr>
          <p:nvPr>
            <p:ph type="sldNum" sz="quarter" idx="12"/>
            <p:custDataLst>
              <p:tags r:id="rId6"/>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sp>
        <p:nvSpPr>
          <p:cNvPr id="11" name="等腰三角形 15"/>
          <p:cNvSpPr/>
          <p:nvPr userDrawn="1">
            <p:custDataLst>
              <p:tags r:id="rId3"/>
            </p:custDataLst>
          </p:nvPr>
        </p:nvSpPr>
        <p:spPr>
          <a:xfrm rot="13818227">
            <a:off x="10844016" y="394665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pic>
        <p:nvPicPr>
          <p:cNvPr id="12" name="图片 11"/>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985001" y="3981423"/>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13" name="等腰三角形 15"/>
          <p:cNvSpPr/>
          <p:nvPr userDrawn="1">
            <p:custDataLst>
              <p:tags r:id="rId6"/>
            </p:custDataLst>
          </p:nvPr>
        </p:nvSpPr>
        <p:spPr>
          <a:xfrm rot="3018227">
            <a:off x="977129" y="58074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pic>
        <p:nvPicPr>
          <p:cNvPr id="14" name="图片 13"/>
          <p:cNvPicPr>
            <a:picLocks noChangeAspect="1"/>
          </p:cNvPicPr>
          <p:nvPr userDrawn="1">
            <p:custDataLst>
              <p:tags r:id="rId7"/>
            </p:custDataLst>
          </p:nvPr>
        </p:nvPicPr>
        <p:blipFill>
          <a:blip r:embed="rId5">
            <a:extLst>
              <a:ext uri="{28A0092B-C50C-407E-A947-70E740481C1C}">
                <a14:useLocalDpi xmlns:a14="http://schemas.microsoft.com/office/drawing/2010/main" val="0"/>
              </a:ext>
            </a:extLst>
          </a:blip>
          <a:srcRect l="79693" t="52925"/>
          <a:stretch>
            <a:fillRect/>
          </a:stretch>
        </p:blipFill>
        <p:spPr>
          <a:xfrm rot="10800000">
            <a:off x="1317" y="4445"/>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title" hasCustomPrompt="1"/>
            <p:custDataLst>
              <p:tags r:id="rId8"/>
            </p:custDataLst>
          </p:nvPr>
        </p:nvSpPr>
        <p:spPr>
          <a:xfrm>
            <a:off x="696000" y="3274695"/>
            <a:ext cx="10800000" cy="2646680"/>
          </a:xfrm>
        </p:spPr>
        <p:txBody>
          <a:bodyPr wrap="square" anchor="t" anchorCtr="0">
            <a:normAutofit/>
          </a:bodyPr>
          <a:lstStyle>
            <a:lvl1pPr algn="ctr">
              <a:defRPr sz="6000">
                <a:gradFill>
                  <a:gsLst>
                    <a:gs pos="0">
                      <a:schemeClr val="accent2">
                        <a:lumMod val="70000"/>
                        <a:lumOff val="30000"/>
                      </a:schemeClr>
                    </a:gs>
                    <a:gs pos="35000">
                      <a:schemeClr val="accent2"/>
                    </a:gs>
                    <a:gs pos="100000">
                      <a:schemeClr val="accent1"/>
                    </a:gs>
                  </a:gsLst>
                  <a:lin ang="3000000" scaled="0"/>
                </a:gradFill>
                <a:latin typeface="+mj-lt"/>
                <a:sym typeface="Arial" panose="020B0704020202020204" pitchFamily="34" charset="0"/>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11"/>
            <p:custDataLst>
              <p:tags r:id="rId10"/>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
        <p:nvSpPr>
          <p:cNvPr id="8" name="文本占位符 7"/>
          <p:cNvSpPr>
            <a:spLocks noGrp="1"/>
          </p:cNvSpPr>
          <p:nvPr>
            <p:ph type="body" sz="quarter" idx="13" hasCustomPrompt="1"/>
            <p:custDataLst>
              <p:tags r:id="rId12"/>
            </p:custDataLst>
          </p:nvPr>
        </p:nvSpPr>
        <p:spPr>
          <a:xfrm>
            <a:off x="1524000" y="307340"/>
            <a:ext cx="9144000" cy="2759710"/>
          </a:xfrm>
        </p:spPr>
        <p:txBody>
          <a:bodyPr wrap="none" anchor="b" anchorCtr="0">
            <a:normAutofit/>
          </a:bodyPr>
          <a:lstStyle>
            <a:lvl1pPr marL="0" indent="0" algn="ctr">
              <a:buNone/>
              <a:defRPr sz="5000">
                <a:gradFill>
                  <a:gsLst>
                    <a:gs pos="0">
                      <a:schemeClr val="accent2">
                        <a:lumMod val="70000"/>
                        <a:lumOff val="30000"/>
                      </a:schemeClr>
                    </a:gs>
                    <a:gs pos="35000">
                      <a:schemeClr val="accent2"/>
                    </a:gs>
                    <a:gs pos="100000">
                      <a:schemeClr val="accent1"/>
                    </a:gs>
                  </a:gsLst>
                  <a:lin ang="3000000" scaled="0"/>
                </a:gradFill>
                <a:latin typeface="+mn-lt"/>
                <a:sym typeface="Arial" panose="020B07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ctr">
            <a:normAutofit/>
          </a:bodyPr>
          <a:lstStyle>
            <a:lvl1pPr>
              <a:defRPr lang="en-US" dirty="0">
                <a:latin typeface="+mj-lt"/>
                <a:sym typeface="Arial" panose="020B07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5960" y="360045"/>
            <a:ext cx="10800715" cy="864235"/>
          </a:xfrm>
        </p:spPr>
        <p:txBody>
          <a:bodyPr vert="horz" wrap="square" lIns="0" tIns="0" rIns="0" bIns="0" rtlCol="0" anchor="ctr">
            <a:normAutofit/>
          </a:bodyPr>
          <a:lstStyle>
            <a:lvl1pPr>
              <a:defRPr lang="en-US" dirty="0">
                <a:latin typeface="+mj-lt"/>
                <a:sym typeface="Arial" panose="020B0704020202020204" pitchFamily="34" charset="0"/>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atin typeface="+mj-lt"/>
                <a:sym typeface="Arial" panose="020B07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atin typeface="+mj-lt"/>
                <a:sym typeface="Arial" panose="020B07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sym typeface="Arial" panose="020B07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2"/>
          <p:cNvSpPr>
            <a:spLocks noGrp="1"/>
          </p:cNvSpPr>
          <p:nvPr>
            <p:ph idx="1" hasCustomPrompt="1"/>
            <p:custDataLst>
              <p:tags r:id="rId2"/>
            </p:custDataLst>
          </p:nvPr>
        </p:nvSpPr>
        <p:spPr>
          <a:xfrm>
            <a:off x="695960" y="360045"/>
            <a:ext cx="10801985" cy="5817870"/>
          </a:xfrm>
        </p:spPr>
        <p:txBody>
          <a:bodyPr wrap="square">
            <a:normAutofit/>
          </a:bodyPr>
          <a:lstStyle>
            <a:lvl1pPr>
              <a:defRPr>
                <a:latin typeface="+mn-lt"/>
                <a:sym typeface="Arial" panose="020B07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11"/>
            <p:custDataLst>
              <p:tags r:id="rId4"/>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6" name="灯片编号占位符 5"/>
          <p:cNvSpPr>
            <a:spLocks noGrp="1"/>
          </p:cNvSpPr>
          <p:nvPr>
            <p:ph type="sldNum" sz="quarter" idx="12"/>
            <p:custDataLst>
              <p:tags r:id="rId5"/>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5960" y="360045"/>
            <a:ext cx="10798810" cy="864235"/>
          </a:xfrm>
        </p:spPr>
        <p:txBody>
          <a:bodyPr wrap="square">
            <a:normAutofit/>
          </a:bodyPr>
          <a:lstStyle>
            <a:lvl1pPr>
              <a:defRPr>
                <a:latin typeface="+mj-lt"/>
                <a:sym typeface="Arial" panose="020B0704020202020204" pitchFamily="34" charset="0"/>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400" b="0">
                <a:latin typeface="+mj-lt"/>
                <a:sym typeface="Arial" panose="020B07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6"/>
          <p:cNvSpPr>
            <a:spLocks noGrp="1"/>
          </p:cNvSpPr>
          <p:nvPr>
            <p:ph type="dt" sz="half" idx="10"/>
            <p:custDataLst>
              <p:tags r:id="rId4"/>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8" name="页脚占位符 7"/>
          <p:cNvSpPr>
            <a:spLocks noGrp="1"/>
          </p:cNvSpPr>
          <p:nvPr>
            <p:ph type="ftr" sz="quarter" idx="11"/>
            <p:custDataLst>
              <p:tags r:id="rId5"/>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9" name="灯片编号占位符 8"/>
          <p:cNvSpPr>
            <a:spLocks noGrp="1"/>
          </p:cNvSpPr>
          <p:nvPr>
            <p:ph type="sldNum" sz="quarter" idx="12"/>
            <p:custDataLst>
              <p:tags r:id="rId6"/>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sp>
        <p:nvSpPr>
          <p:cNvPr id="12" name="等腰三角形 15"/>
          <p:cNvSpPr/>
          <p:nvPr userDrawn="1">
            <p:custDataLst>
              <p:tags r:id="rId3"/>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704020202020204" pitchFamily="34" charset="0"/>
              <a:sym typeface="Arial" panose="020B0704020202020204" pitchFamily="34" charset="0"/>
            </a:endParaRPr>
          </a:p>
        </p:txBody>
      </p:sp>
      <p:pic>
        <p:nvPicPr>
          <p:cNvPr id="13" name="图片 12"/>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6"/>
            </p:custDataLst>
          </p:nvPr>
        </p:nvSpPr>
        <p:spPr>
          <a:xfrm>
            <a:off x="838835" y="212725"/>
            <a:ext cx="10514965" cy="2973070"/>
          </a:xfrm>
          <a:noFill/>
        </p:spPr>
        <p:txBody>
          <a:bodyPr vert="horz" wrap="square" lIns="0" tIns="0" rIns="0" bIns="0" rtlCol="0" anchor="b" anchorCtr="0">
            <a:normAutofit/>
          </a:bodyPr>
          <a:lstStyle>
            <a:lvl1pPr marL="0" marR="0" lvl="0" algn="l" defTabSz="1218565" rtl="0" eaLnBrk="1" fontAlgn="auto" latinLnBrk="0" hangingPunct="1">
              <a:lnSpc>
                <a:spcPct val="100000"/>
              </a:lnSpc>
              <a:buClrTx/>
              <a:buSzTx/>
              <a:buFontTx/>
              <a:buNone/>
              <a:defRPr kumimoji="0" lang="en-US" sz="6000" b="1" i="0" u="none" strike="noStrike" kern="1200" cap="none" spc="0" normalizeH="0" baseline="0" noProof="1"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ea"/>
              </a:defRPr>
            </a:lvl1pPr>
          </a:lstStyle>
          <a:p>
            <a:pPr lvl="0"/>
            <a:r>
              <a:rPr dirty="0">
                <a:sym typeface="+mn-ea"/>
              </a:rPr>
              <a:t>Click to add title</a:t>
            </a:r>
            <a:endParaRPr dirty="0">
              <a:sym typeface="+mn-ea"/>
            </a:endParaRPr>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lstStyle>
            <a:lvl1pPr>
              <a:defRPr>
                <a:latin typeface="Arial" panose="020B0704020202020204" pitchFamily="34" charset="0"/>
                <a:sym typeface="Arial" panose="020B0704020202020204" pitchFamily="34" charset="0"/>
              </a:defRPr>
            </a:lvl1p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
        <p:nvSpPr>
          <p:cNvPr id="10" name="文本占位符 9"/>
          <p:cNvSpPr>
            <a:spLocks noGrp="1"/>
          </p:cNvSpPr>
          <p:nvPr>
            <p:ph type="body" sz="quarter" idx="13" hasCustomPrompt="1"/>
            <p:custDataLst>
              <p:tags r:id="rId10"/>
            </p:custDataLst>
          </p:nvPr>
        </p:nvSpPr>
        <p:spPr>
          <a:xfrm>
            <a:off x="892175" y="5288280"/>
            <a:ext cx="7315200" cy="894715"/>
          </a:xfrm>
        </p:spPr>
        <p:txBody>
          <a:bodyPr vert="horz" wrap="square" lIns="0" tIns="0" rIns="0" bIns="0" rtlCol="0" anchor="b" anchorCtr="0">
            <a:normAutofit/>
          </a:bodyPr>
          <a:lstStyle>
            <a:lvl1pPr marL="0" marR="0" lvl="0" indent="0" algn="l" defTabSz="914400" rtl="0" eaLnBrk="1" fontAlgn="auto" latinLnBrk="0" hangingPunct="1">
              <a:lnSpc>
                <a:spcPct val="100000"/>
              </a:lnSpc>
              <a:spcBef>
                <a:spcPts val="1000"/>
              </a:spcBef>
              <a:buClrTx/>
              <a:buSzTx/>
              <a:buFont typeface="Arial" panose="020B0704020202020204" pitchFamily="34" charset="0"/>
              <a:buNone/>
              <a:defRPr kumimoji="0" lang="en-US" sz="1800" b="1" i="0" u="none" strike="noStrike" kern="1200" cap="none" spc="0" normalizeH="0" baseline="0" noProof="1" dirty="0">
                <a:gradFill>
                  <a:gsLst>
                    <a:gs pos="0">
                      <a:schemeClr val="accent2">
                        <a:lumMod val="70000"/>
                        <a:lumOff val="30000"/>
                      </a:schemeClr>
                    </a:gs>
                    <a:gs pos="35000">
                      <a:schemeClr val="accent2"/>
                    </a:gs>
                    <a:gs pos="100000">
                      <a:schemeClr val="accent1"/>
                    </a:gs>
                  </a:gsLst>
                  <a:lin ang="3000000" scaled="0"/>
                </a:gradFill>
                <a:latin typeface="+mn-lt"/>
                <a:sym typeface="+mn-ea"/>
              </a:defRPr>
            </a:lvl1pPr>
          </a:lstStyle>
          <a:p>
            <a:pPr lvl="0"/>
            <a:r>
              <a:rPr>
                <a:sym typeface="+mn-ea"/>
              </a:rPr>
              <a:t>Click to add text</a:t>
            </a:r>
            <a:endParaRPr>
              <a:sym typeface="+mn-ea"/>
            </a:endParaRPr>
          </a:p>
        </p:txBody>
      </p:sp>
      <p:sp>
        <p:nvSpPr>
          <p:cNvPr id="24" name="文本占位符 23"/>
          <p:cNvSpPr>
            <a:spLocks noGrp="1"/>
          </p:cNvSpPr>
          <p:nvPr>
            <p:ph type="body" sz="quarter" idx="17" hasCustomPrompt="1"/>
            <p:custDataLst>
              <p:tags r:id="rId11"/>
            </p:custDataLst>
          </p:nvPr>
        </p:nvSpPr>
        <p:spPr>
          <a:xfrm>
            <a:off x="1443990" y="3674110"/>
            <a:ext cx="9910445" cy="1203960"/>
          </a:xfrm>
        </p:spPr>
        <p:txBody>
          <a:bodyPr vert="horz" wrap="square" lIns="0" tIns="0" rIns="0" bIns="0" rtlCol="0" anchor="t" anchorCtr="0">
            <a:normAutofit/>
          </a:bodyPr>
          <a:lstStyle>
            <a:lvl1pPr marL="0" marR="0" lvl="0" indent="0" algn="l" defTabSz="914400" rtl="0" eaLnBrk="1" fontAlgn="auto" latinLnBrk="0" hangingPunct="1">
              <a:lnSpc>
                <a:spcPct val="100000"/>
              </a:lnSpc>
              <a:spcBef>
                <a:spcPts val="1000"/>
              </a:spcBef>
              <a:buClrTx/>
              <a:buSzTx/>
              <a:buFont typeface="Arial" panose="020B0704020202020204" pitchFamily="34" charset="0"/>
              <a:buNone/>
              <a:defRPr kumimoji="0" lang="en-US" sz="2000" b="1" i="0" u="none" strike="noStrike" kern="1200" cap="none" spc="0" normalizeH="0" baseline="0" noProof="1" dirty="0">
                <a:gradFill>
                  <a:gsLst>
                    <a:gs pos="0">
                      <a:schemeClr val="accent2">
                        <a:lumMod val="60000"/>
                        <a:lumOff val="40000"/>
                      </a:schemeClr>
                    </a:gs>
                    <a:gs pos="35000">
                      <a:schemeClr val="accent2"/>
                    </a:gs>
                    <a:gs pos="100000">
                      <a:schemeClr val="accent1"/>
                    </a:gs>
                  </a:gsLst>
                  <a:lin ang="3000000" scaled="0"/>
                </a:gradFill>
                <a:latin typeface="+mn-lt"/>
                <a:sym typeface="+mn-ea"/>
              </a:defRPr>
            </a:lvl1pPr>
          </a:lstStyle>
          <a:p>
            <a:pPr lvl="0"/>
            <a:r>
              <a:rPr>
                <a:sym typeface="+mn-ea"/>
              </a:rPr>
              <a:t>Click to add text</a:t>
            </a:r>
            <a:endParaRPr>
              <a:sym typeface="+mn-ea"/>
            </a:endParaRPr>
          </a:p>
        </p:txBody>
      </p:sp>
      <p:sp>
        <p:nvSpPr>
          <p:cNvPr id="9" name="iconfont-10342-5064101"/>
          <p:cNvSpPr>
            <a:spLocks noChangeAspect="1"/>
          </p:cNvSpPr>
          <p:nvPr userDrawn="1">
            <p:custDataLst>
              <p:tags r:id="rId12"/>
            </p:custDataLst>
          </p:nvPr>
        </p:nvSpPr>
        <p:spPr>
          <a:xfrm>
            <a:off x="838833" y="3603245"/>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704020202020204" pitchFamily="34" charset="0"/>
              <a:sym typeface="+mn-lt"/>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0" Type="http://schemas.openxmlformats.org/officeDocument/2006/relationships/theme" Target="../theme/theme1.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1" Type="http://schemas.openxmlformats.org/officeDocument/2006/relationships/theme" Target="../theme/theme2.xml"/><Relationship Id="rId30" Type="http://schemas.openxmlformats.org/officeDocument/2006/relationships/tags" Target="../tags/tag79.xml"/><Relationship Id="rId3" Type="http://schemas.openxmlformats.org/officeDocument/2006/relationships/slideLayout" Target="../slideLayouts/slideLayout62.xml"/><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image" Target="../media/image8.png"/><Relationship Id="rId23" Type="http://schemas.openxmlformats.org/officeDocument/2006/relationships/tags" Target="../tags/tag73.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98872"/>
            <a:ext cx="10018496" cy="880974"/>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018496" cy="423350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3"/>
          </p:nvPr>
        </p:nvSpPr>
        <p:spPr>
          <a:xfrm>
            <a:off x="817927" y="6323214"/>
            <a:ext cx="2604782" cy="365125"/>
          </a:xfrm>
          <a:prstGeom prst="rect">
            <a:avLst/>
          </a:prstGeom>
        </p:spPr>
        <p:txBody>
          <a:bodyPr vert="horz" lIns="91440" tIns="45720" rIns="91440" bIns="45720" rtlCol="0" anchor="ctr"/>
          <a:lstStyle>
            <a:lvl1pPr algn="l" rtl="0">
              <a:defRPr sz="800" cap="all" spc="180" baseline="0">
                <a:solidFill>
                  <a:schemeClr val="tx2"/>
                </a:solidFill>
                <a:latin typeface="+mj-lt"/>
              </a:defRPr>
            </a:lvl1pPr>
          </a:lstStyle>
          <a:p>
            <a:r>
              <a:rPr lang="en-US"/>
              <a:t>Sample Footer Text</a:t>
            </a:r>
            <a:endParaRPr lang="en-US"/>
          </a:p>
        </p:txBody>
      </p:sp>
      <p:sp>
        <p:nvSpPr>
          <p:cNvPr id="4" name="Date Placeholder 3"/>
          <p:cNvSpPr>
            <a:spLocks noGrp="1"/>
          </p:cNvSpPr>
          <p:nvPr>
            <p:ph type="dt" sz="half" idx="2"/>
          </p:nvPr>
        </p:nvSpPr>
        <p:spPr>
          <a:xfrm>
            <a:off x="9043332" y="6323214"/>
            <a:ext cx="2046806" cy="365125"/>
          </a:xfrm>
          <a:prstGeom prst="rect">
            <a:avLst/>
          </a:prstGeom>
        </p:spPr>
        <p:txBody>
          <a:bodyPr vert="horz" lIns="91440" tIns="45720" rIns="91440" bIns="45720" rtlCol="0" anchor="ctr"/>
          <a:lstStyle>
            <a:lvl1pPr algn="r" rtl="0">
              <a:defRPr sz="800" cap="all" spc="180" baseline="0">
                <a:solidFill>
                  <a:schemeClr val="tx2"/>
                </a:solidFill>
                <a:latin typeface="+mj-lt"/>
              </a:defRPr>
            </a:lvl1pPr>
          </a:lstStyle>
          <a:p>
            <a:fld id="{98FD6F7B-065A-4122-B7B1-5A4F8B070C61}" type="datetime1">
              <a:rPr lang="en-US" smtClean="0"/>
            </a:fld>
            <a:endParaRPr lang="en-US"/>
          </a:p>
        </p:txBody>
      </p:sp>
      <p:sp>
        <p:nvSpPr>
          <p:cNvPr id="6" name="Slide Number Placeholder 5"/>
          <p:cNvSpPr>
            <a:spLocks noGrp="1"/>
          </p:cNvSpPr>
          <p:nvPr>
            <p:ph type="sldNum" sz="quarter" idx="4"/>
          </p:nvPr>
        </p:nvSpPr>
        <p:spPr>
          <a:xfrm>
            <a:off x="11172586" y="6323214"/>
            <a:ext cx="437990" cy="365125"/>
          </a:xfrm>
          <a:prstGeom prst="rect">
            <a:avLst/>
          </a:prstGeom>
        </p:spPr>
        <p:txBody>
          <a:bodyPr vert="horz" lIns="91440" tIns="45720" rIns="91440" bIns="45720" rtlCol="0" anchor="ctr"/>
          <a:lstStyle>
            <a:lvl1pPr algn="ctr" rtl="0">
              <a:defRPr sz="800" cap="all" spc="100" baseline="0">
                <a:solidFill>
                  <a:schemeClr val="tx2"/>
                </a:solidFill>
                <a:latin typeface="+mj-lt"/>
              </a:defRPr>
            </a:lvl1pPr>
          </a:lstStyle>
          <a:p>
            <a:fld id="{70EC1AA3-E190-46A4-AF04-8889F5477E2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Lst>
  <p:hf hdr="0" dt="0"/>
  <p:txStyles>
    <p:titleStyle>
      <a:lvl1pPr algn="l" defTabSz="914400" rtl="0" eaLnBrk="1" latinLnBrk="0" hangingPunct="1">
        <a:lnSpc>
          <a:spcPct val="120000"/>
        </a:lnSpc>
        <a:spcBef>
          <a:spcPct val="0"/>
        </a:spcBef>
        <a:buNone/>
        <a:defRPr sz="1850" kern="1200" cap="all" spc="30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704020202020204" pitchFamily="34" charset="0"/>
        <a:buChar char="•"/>
        <a:defRPr sz="14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704020202020204" pitchFamily="34" charset="0"/>
        <a:buChar char="•"/>
        <a:defRPr sz="1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704020202020204" pitchFamily="34" charset="0"/>
        <a:buChar char="•"/>
        <a:defRPr sz="14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704020202020204" pitchFamily="34" charset="0"/>
        <a:buChar char="•"/>
        <a:defRPr sz="14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704020202020204" pitchFamily="34" charset="0"/>
        <a:buChar char="•"/>
        <a:defRPr sz="14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商务-红色-折纸_03"/>
          <p:cNvPicPr>
            <a:picLocks noChangeAspect="1"/>
          </p:cNvPicPr>
          <p:nvPr userDrawn="1">
            <p:custDataLst>
              <p:tags r:id="rId23"/>
            </p:custDataLst>
          </p:nvPr>
        </p:nvPicPr>
        <p:blipFill>
          <a:blip r:embed="rId24"/>
          <a:stretch>
            <a:fillRect/>
          </a:stretch>
        </p:blipFill>
        <p:spPr>
          <a:xfrm>
            <a:off x="0" y="0"/>
            <a:ext cx="12192000" cy="6858000"/>
          </a:xfrm>
          <a:prstGeom prst="rect">
            <a:avLst/>
          </a:prstGeom>
        </p:spPr>
      </p:pic>
      <p:sp>
        <p:nvSpPr>
          <p:cNvPr id="2" name="标题占位符 1"/>
          <p:cNvSpPr>
            <a:spLocks noGrp="1"/>
          </p:cNvSpPr>
          <p:nvPr>
            <p:ph type="title"/>
            <p:custDataLst>
              <p:tags r:id="rId25"/>
            </p:custDataLst>
          </p:nvPr>
        </p:nvSpPr>
        <p:spPr>
          <a:xfrm>
            <a:off x="695960" y="360000"/>
            <a:ext cx="10800000" cy="720000"/>
          </a:xfrm>
          <a:prstGeom prst="rect">
            <a:avLst/>
          </a:prstGeom>
        </p:spPr>
        <p:txBody>
          <a:bodyPr vert="horz" wrap="square"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26"/>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2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704020202020204" pitchFamily="34" charset="0"/>
                <a:sym typeface="Arial" panose="020B0704020202020204" pitchFamily="34" charset="0"/>
              </a:defRPr>
            </a:lvl1pPr>
          </a:lstStyle>
          <a:p>
            <a:r>
              <a:rPr lang="en-US"/>
              <a:t>Date Area</a:t>
            </a:r>
            <a:endParaRPr lang="en-US"/>
          </a:p>
        </p:txBody>
      </p:sp>
      <p:sp>
        <p:nvSpPr>
          <p:cNvPr id="5" name="页脚占位符 4"/>
          <p:cNvSpPr>
            <a:spLocks noGrp="1"/>
          </p:cNvSpPr>
          <p:nvPr>
            <p:ph type="ftr" sz="quarter" idx="3"/>
            <p:custDataLst>
              <p:tags r:id="rId28"/>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704020202020204" pitchFamily="34" charset="0"/>
                <a:sym typeface="Arial" panose="020B0704020202020204" pitchFamily="34" charset="0"/>
              </a:defRPr>
            </a:lvl1pPr>
          </a:lstStyle>
          <a:p>
            <a:endParaRPr lang="en-US"/>
          </a:p>
        </p:txBody>
      </p:sp>
      <p:sp>
        <p:nvSpPr>
          <p:cNvPr id="6" name="灯片编号占位符 5"/>
          <p:cNvSpPr>
            <a:spLocks noGrp="1"/>
          </p:cNvSpPr>
          <p:nvPr>
            <p:ph type="sldNum" sz="quarter" idx="4"/>
            <p:custDataLst>
              <p:tags r:id="rId2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704020202020204" pitchFamily="34" charset="0"/>
                <a:sym typeface="Arial" panose="020B0704020202020204" pitchFamily="34" charset="0"/>
              </a:defRPr>
            </a:lvl1pPr>
          </a:lstStyle>
          <a:p>
            <a:fld id="{BE5F26B5-172A-4DC2-B0B7-181CFC56B87C}" type="slidenum">
              <a:rPr lang="en-US" smtClean="0"/>
            </a:fld>
            <a:endParaRPr lang="en-US"/>
          </a:p>
        </p:txBody>
      </p:sp>
      <p:sp>
        <p:nvSpPr>
          <p:cNvPr id="7" name="KSO_TEMPLATE" hidden="1"/>
          <p:cNvSpPr/>
          <p:nvPr userDrawn="1">
            <p:custDataLst>
              <p:tags r:id="rId30"/>
            </p:custDataLst>
          </p:nvPr>
        </p:nvSpPr>
        <p:spPr>
          <a:xfrm>
            <a:off x="0" y="0"/>
            <a:ext cx="0" cy="0"/>
          </a:xfrm>
          <a:prstGeom prst="rect">
            <a:avLst/>
          </a:prstGeom>
          <a:gradFill>
            <a:gsLst>
              <a:gs pos="0">
                <a:schemeClr val="accent3">
                  <a:lumMod val="80000"/>
                  <a:lumOff val="20000"/>
                </a:schemeClr>
              </a:gs>
              <a:gs pos="50000">
                <a:schemeClr val="accent2"/>
              </a:gs>
              <a:gs pos="100000">
                <a:schemeClr val="accent1"/>
              </a:gs>
            </a:gsLst>
            <a:lin ang="108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p>
            <a:pPr algn="ctr"/>
            <a:endParaRPr lang="zh-CN" altLang="en-US" sz="160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Lst>
  <p:txStyles>
    <p:titleStyle>
      <a:lvl1pPr algn="l" defTabSz="914400" rtl="0" eaLnBrk="1" latinLnBrk="0" hangingPunct="1">
        <a:lnSpc>
          <a:spcPct val="100000"/>
        </a:lnSpc>
        <a:spcBef>
          <a:spcPct val="0"/>
        </a:spcBef>
        <a:buNone/>
        <a:defRPr sz="3200" b="1" kern="1200">
          <a:gradFill>
            <a:gsLst>
              <a:gs pos="0">
                <a:schemeClr val="accent2">
                  <a:lumMod val="70000"/>
                  <a:lumOff val="30000"/>
                </a:schemeClr>
              </a:gs>
              <a:gs pos="35000">
                <a:schemeClr val="accent2"/>
              </a:gs>
              <a:gs pos="100000">
                <a:schemeClr val="accent1"/>
              </a:gs>
            </a:gsLst>
            <a:lin ang="3000000" scaled="0"/>
          </a:gradFill>
          <a:latin typeface="Arial" panose="020B0704020202020204" pitchFamily="34" charset="0"/>
          <a:sym typeface="Arial" panose="020B0704020202020204" pitchFamily="34" charset="0"/>
        </a:defRPr>
      </a:lvl1pPr>
    </p:titleStyle>
    <p:bodyStyle>
      <a:lvl1pPr marL="228600" indent="-228600" algn="l" defTabSz="914400" rtl="0" eaLnBrk="1" latinLnBrk="0" hangingPunct="1">
        <a:lnSpc>
          <a:spcPct val="130000"/>
        </a:lnSpc>
        <a:spcBef>
          <a:spcPts val="1000"/>
        </a:spcBef>
        <a:buFont typeface="Arial" panose="020B0704020202020204" pitchFamily="34" charset="0"/>
        <a:buChar char="•"/>
        <a:defRPr sz="2400" kern="1200">
          <a:solidFill>
            <a:schemeClr val="tx1"/>
          </a:solidFill>
          <a:latin typeface="Arial" panose="020B0704020202020204" pitchFamily="34" charset="0"/>
          <a:sym typeface="Arial" panose="020B0704020202020204" pitchFamily="34" charset="0"/>
        </a:defRPr>
      </a:lvl1pPr>
      <a:lvl2pPr marL="538480" indent="-206375" algn="l" defTabSz="914400" rtl="0" eaLnBrk="1" latinLnBrk="0" hangingPunct="1">
        <a:lnSpc>
          <a:spcPct val="130000"/>
        </a:lnSpc>
        <a:spcBef>
          <a:spcPts val="0"/>
        </a:spcBef>
        <a:buFont typeface="Arial" panose="020B07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7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7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7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66.xml"/><Relationship Id="rId6" Type="http://schemas.openxmlformats.org/officeDocument/2006/relationships/tags" Target="../tags/tag84.xml"/><Relationship Id="rId5" Type="http://schemas.openxmlformats.org/officeDocument/2006/relationships/image" Target="../media/image9.png"/><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4.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5.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image" Target="../media/image9.pn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6.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8.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0.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1.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7"/>
          <p:cNvSpPr>
            <a:spLocks noGrp="1"/>
          </p:cNvSpPr>
          <p:nvPr>
            <p:custDataLst>
              <p:tags r:id="rId1"/>
            </p:custDataLst>
          </p:nvPr>
        </p:nvSpPr>
        <p:spPr>
          <a:xfrm>
            <a:off x="11172586" y="6323214"/>
            <a:ext cx="437990" cy="365125"/>
          </a:xfrm>
          <a:prstGeom prst="rect">
            <a:avLst/>
          </a:prstGeom>
        </p:spPr>
        <p:txBody>
          <a:bodyPr vert="horz" wrap="square" lIns="91440" tIns="45720" rIns="91440" bIns="45720" rtlCol="0" anchor="ctr">
            <a:normAutofit/>
          </a:bodyPr>
          <a:lstStyle>
            <a:defPPr>
              <a:defRPr lang="en-US"/>
            </a:defPPr>
            <a:lvl1pPr marL="0" algn="ctr" defTabSz="914400" rtl="0" eaLnBrk="1" latinLnBrk="0" hangingPunct="1">
              <a:defRPr sz="800" kern="1200" cap="all" spc="100" baseline="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mtClean="0">
              <a:solidFill>
                <a:schemeClr val="tx1"/>
              </a:solidFill>
            </a:endParaRPr>
          </a:p>
        </p:txBody>
      </p:sp>
      <p:graphicFrame>
        <p:nvGraphicFramePr>
          <p:cNvPr id="5" name="Table 4"/>
          <p:cNvGraphicFramePr>
            <a:graphicFrameLocks noGrp="1"/>
          </p:cNvGraphicFramePr>
          <p:nvPr>
            <p:custDataLst>
              <p:tags r:id="rId2"/>
            </p:custDataLst>
          </p:nvPr>
        </p:nvGraphicFramePr>
        <p:xfrm>
          <a:off x="2608580" y="3169920"/>
          <a:ext cx="6489065" cy="2332990"/>
        </p:xfrm>
        <a:graphic>
          <a:graphicData uri="http://schemas.openxmlformats.org/drawingml/2006/table">
            <a:tbl>
              <a:tblPr bandRow="1">
                <a:tableStyleId>{21E4AEA4-8DFA-4A89-87EB-49C32662AFE0}</a:tableStyleId>
              </a:tblPr>
              <a:tblGrid>
                <a:gridCol w="3270250"/>
                <a:gridCol w="3218815"/>
              </a:tblGrid>
              <a:tr h="634365">
                <a:tc gridSpan="2">
                  <a:txBody>
                    <a:bodyPr/>
                    <a:lstStyle/>
                    <a:p>
                      <a:pPr lvl="0">
                        <a:lnSpc>
                          <a:spcPct val="100000"/>
                        </a:lnSpc>
                        <a:buNone/>
                      </a:pPr>
                      <a:r>
                        <a:rPr lang="en-US"/>
                        <a:t>Team Members:</a:t>
                      </a:r>
                      <a:endParaRPr lang="en-US"/>
                    </a:p>
                  </a:txBody>
                  <a:tcPr anchor="ctr"/>
                </a:tc>
                <a:tc hMerge="1">
                  <a:tcPr anchor="ctr"/>
                </a:tc>
              </a:tr>
              <a:tr h="601345">
                <a:tc>
                  <a:txBody>
                    <a:bodyPr/>
                    <a:lstStyle/>
                    <a:p>
                      <a:pPr>
                        <a:lnSpc>
                          <a:spcPct val="100000"/>
                        </a:lnSpc>
                        <a:buNone/>
                      </a:pPr>
                      <a:r>
                        <a:rPr lang="en-US"/>
                        <a:t>Saravana Priyan S T</a:t>
                      </a:r>
                      <a:endParaRPr lang="en-US"/>
                    </a:p>
                  </a:txBody>
                  <a:tcPr anchor="ctr"/>
                </a:tc>
                <a:tc>
                  <a:txBody>
                    <a:bodyPr/>
                    <a:lstStyle/>
                    <a:p>
                      <a:pPr lvl="0">
                        <a:lnSpc>
                          <a:spcPct val="100000"/>
                        </a:lnSpc>
                        <a:buNone/>
                      </a:pPr>
                      <a:r>
                        <a:rPr lang="en-US"/>
                        <a:t>927623BAD100</a:t>
                      </a:r>
                      <a:endParaRPr lang="en-US"/>
                    </a:p>
                  </a:txBody>
                  <a:tcPr anchor="ctr"/>
                </a:tc>
              </a:tr>
              <a:tr h="365760">
                <a:tc>
                  <a:txBody>
                    <a:bodyPr/>
                    <a:lstStyle/>
                    <a:p>
                      <a:pPr>
                        <a:lnSpc>
                          <a:spcPct val="100000"/>
                        </a:lnSpc>
                        <a:buNone/>
                      </a:pPr>
                      <a:r>
                        <a:rPr lang="en-US"/>
                        <a:t>Sardheesh M</a:t>
                      </a:r>
                      <a:endParaRPr lang="en-US"/>
                    </a:p>
                  </a:txBody>
                  <a:tcPr anchor="ctr"/>
                </a:tc>
                <a:tc>
                  <a:txBody>
                    <a:bodyPr/>
                    <a:lstStyle/>
                    <a:p>
                      <a:pPr lvl="0">
                        <a:lnSpc>
                          <a:spcPct val="100000"/>
                        </a:lnSpc>
                        <a:buNone/>
                      </a:pPr>
                      <a:r>
                        <a:rPr lang="en-US"/>
                        <a:t>927623BAD101</a:t>
                      </a:r>
                      <a:endParaRPr lang="en-US"/>
                    </a:p>
                  </a:txBody>
                  <a:tcPr anchor="ctr"/>
                </a:tc>
              </a:tr>
              <a:tr h="365760">
                <a:tc>
                  <a:txBody>
                    <a:bodyPr/>
                    <a:lstStyle/>
                    <a:p>
                      <a:pPr>
                        <a:lnSpc>
                          <a:spcPct val="100000"/>
                        </a:lnSpc>
                        <a:buNone/>
                      </a:pPr>
                      <a:r>
                        <a:rPr lang="en-US"/>
                        <a:t>VENKAT RAGAV N</a:t>
                      </a:r>
                      <a:endParaRPr lang="en-US"/>
                    </a:p>
                  </a:txBody>
                  <a:tcPr anchor="ctr"/>
                </a:tc>
                <a:tc>
                  <a:txBody>
                    <a:bodyPr/>
                    <a:lstStyle/>
                    <a:p>
                      <a:pPr lvl="0">
                        <a:lnSpc>
                          <a:spcPct val="100000"/>
                        </a:lnSpc>
                        <a:buNone/>
                      </a:pPr>
                      <a:r>
                        <a:rPr lang="en-US"/>
                        <a:t>927623BAD123</a:t>
                      </a:r>
                      <a:endParaRPr lang="en-US"/>
                    </a:p>
                  </a:txBody>
                  <a:tcPr anchor="ctr"/>
                </a:tc>
              </a:tr>
              <a:tr h="365760">
                <a:tc>
                  <a:txBody>
                    <a:bodyPr/>
                    <a:lstStyle/>
                    <a:p>
                      <a:pPr lvl="0" algn="l">
                        <a:lnSpc>
                          <a:spcPct val="100000"/>
                        </a:lnSpc>
                        <a:spcBef>
                          <a:spcPts val="0"/>
                        </a:spcBef>
                        <a:spcAft>
                          <a:spcPts val="0"/>
                        </a:spcAft>
                        <a:buNone/>
                      </a:pPr>
                      <a:r>
                        <a:rPr lang="en-US" sz="1800" u="none" strike="noStrike" noProof="0"/>
                        <a:t>Vishnu V</a:t>
                      </a:r>
                      <a:endParaRPr lang="en-US" sz="1800" u="none" strike="noStrike" noProof="0"/>
                    </a:p>
                  </a:txBody>
                  <a:tcPr anchor="ctr"/>
                </a:tc>
                <a:tc>
                  <a:txBody>
                    <a:bodyPr/>
                    <a:lstStyle/>
                    <a:p>
                      <a:pPr lvl="0">
                        <a:lnSpc>
                          <a:spcPct val="100000"/>
                        </a:lnSpc>
                        <a:buNone/>
                      </a:pPr>
                      <a:r>
                        <a:rPr lang="en-US"/>
                        <a:t>927623BAD125</a:t>
                      </a:r>
                      <a:endParaRPr lang="en-US"/>
                    </a:p>
                  </a:txBody>
                  <a:tcPr anchor="ctr"/>
                </a:tc>
              </a:tr>
            </a:tbl>
          </a:graphicData>
        </a:graphic>
      </p:graphicFrame>
      <p:sp>
        <p:nvSpPr>
          <p:cNvPr id="9" name="TextBox 8"/>
          <p:cNvSpPr txBox="1"/>
          <p:nvPr>
            <p:custDataLst>
              <p:tags r:id="rId3"/>
            </p:custDataLst>
          </p:nvPr>
        </p:nvSpPr>
        <p:spPr>
          <a:xfrm>
            <a:off x="2391410" y="5815965"/>
            <a:ext cx="6197600" cy="36830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rmAutofit/>
          </a:bodyPr>
          <a:lstStyle/>
          <a:p>
            <a:pPr algn="ctr"/>
            <a:r>
              <a:rPr lang="en-US" sz="1800" b="0" i="0" u="none" strike="noStrike" baseline="0">
                <a:solidFill>
                  <a:schemeClr val="tx1"/>
                </a:solidFill>
              </a:rPr>
              <a:t>GUIDE NAME </a:t>
            </a:r>
            <a:r>
              <a:rPr lang="en-US">
                <a:solidFill>
                  <a:schemeClr val="tx1"/>
                </a:solidFill>
              </a:rPr>
              <a:t>: Ms.C.BAVITHRA</a:t>
            </a:r>
            <a:endParaRPr lang="en-US">
              <a:solidFill>
                <a:schemeClr val="tx1"/>
              </a:solidFill>
            </a:endParaRPr>
          </a:p>
        </p:txBody>
      </p:sp>
      <p:sp>
        <p:nvSpPr>
          <p:cNvPr id="6" name="Title 5"/>
          <p:cNvSpPr>
            <a:spLocks noGrp="1"/>
          </p:cNvSpPr>
          <p:nvPr>
            <p:ph type="title"/>
            <p:custDataLst>
              <p:tags r:id="rId4"/>
            </p:custDataLst>
          </p:nvPr>
        </p:nvSpPr>
        <p:spPr>
          <a:xfrm>
            <a:off x="1096010" y="913130"/>
            <a:ext cx="9514205" cy="2143760"/>
          </a:xfrm>
        </p:spPr>
        <p:txBody>
          <a:bodyPr vert="horz" wrap="square" lIns="0" tIns="0" rIns="0" bIns="0" rtlCol="0" anchor="ctr">
            <a:normAutofit/>
          </a:bodyPr>
          <a:lstStyle>
            <a:lvl1pPr>
              <a:defRPr>
                <a:latin typeface="+mj-lt"/>
                <a:sym typeface="Arial" panose="020B0704020202020204" pitchFamily="34" charset="0"/>
              </a:defRPr>
            </a:lvl1pPr>
          </a:lstStyle>
          <a:p>
            <a:pPr lvl="0" algn="ctr">
              <a:buClrTx/>
              <a:buSzTx/>
              <a:buFontTx/>
            </a:pPr>
            <a:r>
              <a:rPr lang="en-US" altLang="en-US" dirty="0">
                <a:ea typeface="+mj-ea"/>
                <a:cs typeface="+mn-ea"/>
                <a:sym typeface="+mn-ea"/>
              </a:rPr>
              <a:t>DEEP LEARNING SYSTEM FOR MULTIMODAL DOCUMENT UNDERSTANDING AND MANIPULATION​</a:t>
            </a:r>
            <a:endParaRPr lang="en-US" altLang="en-US" dirty="0">
              <a:ea typeface="+mj-ea"/>
              <a:cs typeface="+mn-ea"/>
              <a:sym typeface="+mn-ea"/>
            </a:endParaRPr>
          </a:p>
        </p:txBody>
      </p:sp>
      <p:pic>
        <p:nvPicPr>
          <p:cNvPr id="7" name="Picture 6" descr="WhatsApp_Image_2026-09-09_at_9.53.27_AM-removebg-preview"/>
          <p:cNvPicPr>
            <a:picLocks noChangeAspect="1"/>
          </p:cNvPicPr>
          <p:nvPr/>
        </p:nvPicPr>
        <p:blipFill>
          <a:blip r:embed="rId5"/>
          <a:stretch>
            <a:fillRect/>
          </a:stretch>
        </p:blipFill>
        <p:spPr>
          <a:xfrm>
            <a:off x="9798050" y="149860"/>
            <a:ext cx="2135505" cy="763270"/>
          </a:xfrm>
          <a:prstGeom prst="rect">
            <a:avLst/>
          </a:prstGeom>
        </p:spPr>
      </p:pic>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5874" y="149709"/>
            <a:ext cx="5040016" cy="1259936"/>
          </a:xfrm>
        </p:spPr>
        <p:txBody>
          <a:bodyPr/>
          <a:lstStyle/>
          <a:p>
            <a:pPr algn="ctr"/>
            <a:r>
              <a:rPr lang="en-US" u="sng">
                <a:latin typeface="+mn-lt"/>
                <a:ea typeface="+mn-ea"/>
              </a:rPr>
              <a:t>PROBLEM STATEMENT</a:t>
            </a:r>
            <a:endParaRPr lang="en-US" u="sng">
              <a:latin typeface="+mn-lt"/>
              <a:ea typeface="+mn-ea"/>
            </a:endParaRPr>
          </a:p>
        </p:txBody>
      </p:sp>
      <p:sp>
        <p:nvSpPr>
          <p:cNvPr id="3" name="Subtitle 2"/>
          <p:cNvSpPr>
            <a:spLocks noGrp="1"/>
          </p:cNvSpPr>
          <p:nvPr>
            <p:ph type="subTitle" idx="1"/>
          </p:nvPr>
        </p:nvSpPr>
        <p:spPr>
          <a:xfrm>
            <a:off x="1095204" y="1603063"/>
            <a:ext cx="9939667" cy="4335457"/>
          </a:xfrm>
        </p:spPr>
        <p:txBody>
          <a:bodyPr vert="horz" lIns="91440" tIns="45720" rIns="91440" bIns="45720" rtlCol="0" anchor="t">
            <a:normAutofit fontScale="70000"/>
          </a:bodyPr>
          <a:lstStyle/>
          <a:p>
            <a:pPr algn="just">
              <a:lnSpc>
                <a:spcPct val="150000"/>
              </a:lnSpc>
            </a:pPr>
            <a:r>
              <a:rPr lang="en-US">
                <a:latin typeface="+mn-lt"/>
                <a:ea typeface="+mn-lt"/>
                <a:cs typeface="+mn-lt"/>
              </a:rPr>
              <a:t>Modern digital documents contain diverse and interrelated information in the form of text, tables, images, charts, signatures, and complex layouts. Existing document processing systems often handle these elements independently, making it difficult to understand the document as a complete entity and perform context-aware operations on it. Furthermore, document manipulation tasks such as editing content, modifying formatting, reorganizing information, inserting or removing elements, and generating new content generally require separate tools or manual effort. This creates a gap between </a:t>
            </a:r>
            <a:r>
              <a:rPr lang="en-US" b="1">
                <a:latin typeface="+mn-lt"/>
                <a:ea typeface="+mn-lt"/>
                <a:cs typeface="+mn-lt"/>
              </a:rPr>
              <a:t>document understanding and document manipulation</a:t>
            </a:r>
            <a:r>
              <a:rPr lang="en-US">
                <a:latin typeface="+mn-lt"/>
                <a:ea typeface="+mn-lt"/>
                <a:cs typeface="+mn-lt"/>
              </a:rPr>
              <a:t>. Therefore, there is a need for an intelligent document processing framework that can interpret the semantic, structural, and visual characteristics of a document and use this understanding to perform appropriate analysis, retrieval, generation, and editing operations while preserving the document's structure and consistency.</a:t>
            </a:r>
            <a:endParaRPr lang="en-US">
              <a:latin typeface="+mn-lt"/>
              <a:ea typeface="+mn-lt"/>
              <a:cs typeface="+mn-lt"/>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4" name="Picture 3"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8907" y="149565"/>
            <a:ext cx="3343488" cy="1259936"/>
          </a:xfrm>
        </p:spPr>
        <p:txBody>
          <a:bodyPr/>
          <a:lstStyle/>
          <a:p>
            <a:pPr algn="ctr"/>
            <a:r>
              <a:rPr lang="en-US" u="sng">
                <a:latin typeface="+mn-lt"/>
                <a:ea typeface="+mn-ea"/>
              </a:rPr>
              <a:t>OBJECTIVES</a:t>
            </a:r>
            <a:endParaRPr lang="en-US" u="sng">
              <a:latin typeface="+mn-lt"/>
              <a:ea typeface="+mn-ea"/>
            </a:endParaRPr>
          </a:p>
        </p:txBody>
      </p:sp>
      <p:sp>
        <p:nvSpPr>
          <p:cNvPr id="3" name="Subtitle 2"/>
          <p:cNvSpPr>
            <a:spLocks noGrp="1"/>
          </p:cNvSpPr>
          <p:nvPr>
            <p:ph type="subTitle" idx="1"/>
          </p:nvPr>
        </p:nvSpPr>
        <p:spPr>
          <a:xfrm>
            <a:off x="1095204" y="1603063"/>
            <a:ext cx="9848227" cy="4162737"/>
          </a:xfrm>
        </p:spPr>
        <p:txBody>
          <a:bodyPr vert="horz" lIns="91440" tIns="45720" rIns="91440" bIns="45720" rtlCol="0" anchor="t">
            <a:normAutofit fontScale="60000"/>
          </a:bodyPr>
          <a:lstStyle/>
          <a:p>
            <a:pPr algn="just">
              <a:buFont typeface="Arial" panose="020B0704020202020204"/>
              <a:buChar char="•"/>
            </a:pPr>
            <a:r>
              <a:rPr lang="en-US" b="1">
                <a:latin typeface="+mn-lt"/>
                <a:ea typeface="+mn-lt"/>
                <a:cs typeface="+mn-lt"/>
              </a:rPr>
              <a:t>To develop an intelligent framework for comprehensive document understanding</a:t>
            </a:r>
            <a:r>
              <a:rPr lang="en-US">
                <a:latin typeface="+mn-lt"/>
                <a:ea typeface="+mn-lt"/>
                <a:cs typeface="+mn-lt"/>
              </a:rPr>
              <a:t> by analyzing textual, structural, visual, and spatial information present in digital documents. </a:t>
            </a:r>
            <a:endParaRPr lang="en-US">
              <a:latin typeface="+mn-lt"/>
              <a:ea typeface="+mn-lt"/>
              <a:cs typeface="+mn-lt"/>
            </a:endParaRPr>
          </a:p>
          <a:p>
            <a:pPr algn="just">
              <a:buFont typeface="Arial" panose="020B0704020202020204"/>
              <a:buChar char="•"/>
            </a:pPr>
            <a:r>
              <a:rPr lang="en-US" b="1">
                <a:latin typeface="+mn-lt"/>
                <a:ea typeface="+mn-lt"/>
                <a:cs typeface="+mn-lt"/>
              </a:rPr>
              <a:t>To establish a unified representation of document content and structure</a:t>
            </a:r>
            <a:r>
              <a:rPr lang="en-US">
                <a:latin typeface="+mn-lt"/>
                <a:ea typeface="+mn-lt"/>
                <a:cs typeface="+mn-lt"/>
              </a:rPr>
              <a:t> that captures relationships between text, tables, visual elements, and their positions within the document. </a:t>
            </a:r>
            <a:endParaRPr lang="en-US">
              <a:latin typeface="+mn-lt"/>
              <a:ea typeface="+mn-lt"/>
              <a:cs typeface="+mn-lt"/>
            </a:endParaRPr>
          </a:p>
          <a:p>
            <a:pPr algn="just">
              <a:buFont typeface="Arial" panose="020B0704020202020204"/>
              <a:buChar char="•"/>
            </a:pPr>
            <a:r>
              <a:rPr lang="en-US" b="1">
                <a:latin typeface="+mn-lt"/>
                <a:ea typeface="+mn-lt"/>
                <a:cs typeface="+mn-lt"/>
              </a:rPr>
              <a:t>To enable context-aware information extraction and reasoning</a:t>
            </a:r>
            <a:r>
              <a:rPr lang="en-US">
                <a:latin typeface="+mn-lt"/>
                <a:ea typeface="+mn-lt"/>
                <a:cs typeface="+mn-lt"/>
              </a:rPr>
              <a:t> from complex documents and support natural-language interaction with their contents. </a:t>
            </a:r>
            <a:endParaRPr lang="en-US">
              <a:latin typeface="+mn-lt"/>
              <a:ea typeface="+mn-lt"/>
              <a:cs typeface="+mn-lt"/>
            </a:endParaRPr>
          </a:p>
          <a:p>
            <a:pPr algn="just">
              <a:buFont typeface="Arial" panose="020B0704020202020204"/>
              <a:buChar char="•"/>
            </a:pPr>
            <a:r>
              <a:rPr lang="en-US" b="1">
                <a:latin typeface="+mn-lt"/>
                <a:ea typeface="+mn-lt"/>
                <a:cs typeface="+mn-lt"/>
              </a:rPr>
              <a:t>To develop intelligent document manipulation capabilities</a:t>
            </a:r>
            <a:r>
              <a:rPr lang="en-US">
                <a:latin typeface="+mn-lt"/>
                <a:ea typeface="+mn-lt"/>
                <a:cs typeface="+mn-lt"/>
              </a:rPr>
              <a:t> for operations such as editing, formatting, insertion, deletion, rearrangement, and content generation based on user instructions. </a:t>
            </a:r>
            <a:endParaRPr lang="en-US">
              <a:latin typeface="+mn-lt"/>
              <a:ea typeface="+mn-lt"/>
              <a:cs typeface="+mn-lt"/>
            </a:endParaRPr>
          </a:p>
          <a:p>
            <a:pPr algn="just">
              <a:buFont typeface="Arial" panose="020B0704020202020204"/>
              <a:buChar char="•"/>
            </a:pPr>
            <a:r>
              <a:rPr lang="en-US" b="1">
                <a:latin typeface="+mn-lt"/>
                <a:ea typeface="+mn-lt"/>
                <a:cs typeface="+mn-lt"/>
              </a:rPr>
              <a:t>To maintain document consistency and structural integrity</a:t>
            </a:r>
            <a:r>
              <a:rPr lang="en-US">
                <a:latin typeface="+mn-lt"/>
                <a:ea typeface="+mn-lt"/>
                <a:cs typeface="+mn-lt"/>
              </a:rPr>
              <a:t> while performing automated modifications and transformations.</a:t>
            </a:r>
            <a:endParaRPr lang="en-US">
              <a:latin typeface="+mn-lt"/>
              <a:ea typeface="+mn-lt"/>
              <a:cs typeface="Times New Roman" panose="02020603050405020304"/>
            </a:endParaRPr>
          </a:p>
          <a:p>
            <a:pPr algn="just">
              <a:buFont typeface="Arial" panose="020B0704020202020204"/>
              <a:buChar char="•"/>
            </a:pPr>
            <a:r>
              <a:rPr lang="en-US" b="1">
                <a:latin typeface="+mn-lt"/>
                <a:ea typeface="+mn-lt"/>
                <a:cs typeface="+mn-lt"/>
              </a:rPr>
              <a:t>To evaluate the framework</a:t>
            </a:r>
            <a:r>
              <a:rPr lang="en-US">
                <a:latin typeface="+mn-lt"/>
                <a:ea typeface="+mn-lt"/>
                <a:cs typeface="+mn-lt"/>
              </a:rPr>
              <a:t> based on its document understanding accuracy, manipulation accuracy, structural preservation, and overall usability.</a:t>
            </a:r>
            <a:endParaRPr lang="en-US">
              <a:latin typeface="+mn-lt"/>
              <a:cs typeface="Times New Roman" panose="02020603050405020304"/>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4" name="Picture 3" descr="WhatsApp_Image_2026-09-09_at_9.53.27_AM-removebg-preview"/>
          <p:cNvPicPr>
            <a:picLocks noChangeAspect="1"/>
          </p:cNvPicPr>
          <p:nvPr/>
        </p:nvPicPr>
        <p:blipFill>
          <a:blip r:embed="rId1"/>
          <a:stretch>
            <a:fillRect/>
          </a:stretch>
        </p:blipFill>
        <p:spPr>
          <a:xfrm>
            <a:off x="9725025" y="161925"/>
            <a:ext cx="2135505" cy="763270"/>
          </a:xfrm>
          <a:prstGeom prst="rect">
            <a:avLst/>
          </a:prstGeom>
        </p:spPr>
      </p:pic>
      <p:pic>
        <p:nvPicPr>
          <p:cNvPr id="5" name="Picture 4"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083484" y="149709"/>
            <a:ext cx="4637450" cy="1188050"/>
          </a:xfrm>
        </p:spPr>
        <p:txBody>
          <a:bodyPr/>
          <a:lstStyle/>
          <a:p>
            <a:pPr algn="ctr"/>
            <a:r>
              <a:rPr lang="en-US" u="sng">
                <a:latin typeface="+mn-lt"/>
                <a:ea typeface="+mn-ea"/>
              </a:rPr>
              <a:t>LITERATURE SURVEY</a:t>
            </a:r>
            <a:endParaRPr lang="en-US" u="sng">
              <a:latin typeface="+mn-lt"/>
              <a:ea typeface="+mn-ea"/>
            </a:endParaRPr>
          </a:p>
        </p:txBody>
      </p:sp>
      <p:sp>
        <p:nvSpPr>
          <p:cNvPr id="18" name="Slide Number Placeholder 17"/>
          <p:cNvSpPr>
            <a:spLocks noGrp="1"/>
          </p:cNvSpPr>
          <p:nvPr>
            <p:ph type="sldNum" sz="quarter" idx="12"/>
          </p:nvPr>
        </p:nvSpPr>
        <p:spPr/>
        <p:txBody>
          <a:bodyPr/>
          <a:lstStyle/>
          <a:p>
            <a:fld id="{70EC1AA3-E190-46A4-AF04-8889F5477E2A}" type="slidenum">
              <a:rPr lang="en-US" smtClean="0">
                <a:latin typeface="+mn-lt"/>
              </a:rPr>
            </a:fld>
            <a:endParaRPr lang="en-US" smtClean="0">
              <a:latin typeface="+mn-lt"/>
            </a:endParaRPr>
          </a:p>
        </p:txBody>
      </p:sp>
      <p:graphicFrame>
        <p:nvGraphicFramePr>
          <p:cNvPr id="9" name="Table 8"/>
          <p:cNvGraphicFramePr>
            <a:graphicFrameLocks noGrp="1"/>
          </p:cNvGraphicFramePr>
          <p:nvPr/>
        </p:nvGraphicFramePr>
        <p:xfrm>
          <a:off x="992590" y="1359012"/>
          <a:ext cx="10210667" cy="4514916"/>
        </p:xfrm>
        <a:graphic>
          <a:graphicData uri="http://schemas.openxmlformats.org/drawingml/2006/table">
            <a:tbl>
              <a:tblPr bandRow="1">
                <a:tableStyleId>{21E4AEA4-8DFA-4A89-87EB-49C32662AFE0}</a:tableStyleId>
              </a:tblPr>
              <a:tblGrid>
                <a:gridCol w="978523"/>
                <a:gridCol w="1727307"/>
                <a:gridCol w="1540111"/>
                <a:gridCol w="1123175"/>
                <a:gridCol w="672201"/>
                <a:gridCol w="1923012"/>
                <a:gridCol w="2246338"/>
              </a:tblGrid>
              <a:tr h="631927">
                <a:tc>
                  <a:txBody>
                    <a:bodyPr/>
                    <a:lstStyle/>
                    <a:p>
                      <a:pPr algn="r">
                        <a:buNone/>
                      </a:pPr>
                      <a:r>
                        <a:rPr lang="en-US" sz="1200">
                          <a:ea typeface="+mn-ea"/>
                          <a:cs typeface="Times New Roman" panose="02020603050405020304"/>
                        </a:rPr>
                        <a:t>Sl. No.</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Title of the Paper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Authors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Journal / Conference</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Year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Problem Identified</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Solution</a:t>
                      </a:r>
                      <a:endParaRPr lang="en-US" sz="1200">
                        <a:ea typeface="+mn-ea"/>
                        <a:cs typeface="Times New Roman" panose="02020603050405020304"/>
                      </a:endParaRPr>
                    </a:p>
                  </a:txBody>
                  <a:tcPr anchor="ctr"/>
                </a:tc>
              </a:tr>
              <a:tr h="1688429">
                <a:tc>
                  <a:txBody>
                    <a:bodyPr/>
                    <a:lstStyle/>
                    <a:p>
                      <a:pPr algn="r">
                        <a:buNone/>
                      </a:pPr>
                      <a:r>
                        <a:rPr lang="en-US" sz="1200">
                          <a:ea typeface="+mn-ea"/>
                          <a:cs typeface="Times New Roman" panose="02020603050405020304"/>
                        </a:rPr>
                        <a:t>4</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Is Cognition Consistent with Perception? Assessing and Mitigating Multimodal Knowledge Conflicts in Document Understanding</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Zirui Shao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EMNLP</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2025</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Multimodal LLMs can generate answers inconsistent with what they visually perceive in documents.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Defines cognition–perception conflicts and proposes multimodal knowledge-consistency fine-tuning to improve consistency.</a:t>
                      </a:r>
                      <a:endParaRPr lang="en-US" sz="1200">
                        <a:ea typeface="+mn-ea"/>
                        <a:cs typeface="Times New Roman" panose="02020603050405020304"/>
                      </a:endParaRPr>
                    </a:p>
                  </a:txBody>
                  <a:tcPr anchor="ctr"/>
                </a:tc>
              </a:tr>
              <a:tr h="1155242">
                <a:tc>
                  <a:txBody>
                    <a:bodyPr/>
                    <a:lstStyle/>
                    <a:p>
                      <a:pPr algn="r">
                        <a:buNone/>
                      </a:pPr>
                      <a:r>
                        <a:rPr lang="en-US" sz="1200">
                          <a:ea typeface="+mn-ea"/>
                          <a:cs typeface="Times New Roman" panose="02020603050405020304"/>
                        </a:rPr>
                        <a:t>5</a:t>
                      </a:r>
                      <a:endParaRPr lang="en-US" sz="1200">
                        <a:ea typeface="+mn-ea"/>
                        <a:cs typeface="Times New Roman" panose="02020603050405020304"/>
                      </a:endParaRPr>
                    </a:p>
                  </a:txBody>
                  <a:tcPr anchor="ctr"/>
                </a:tc>
                <a:tc>
                  <a:txBody>
                    <a:bodyPr/>
                    <a:lstStyle/>
                    <a:p>
                      <a:pPr>
                        <a:buNone/>
                      </a:pPr>
                      <a:r>
                        <a:rPr lang="en-US" sz="1200" err="1">
                          <a:ea typeface="+mn-ea"/>
                          <a:cs typeface="Times New Roman" panose="02020603050405020304"/>
                        </a:rPr>
                        <a:t>WikiMixQA</a:t>
                      </a:r>
                      <a:r>
                        <a:rPr lang="en-US" sz="1200">
                          <a:ea typeface="+mn-ea"/>
                          <a:cs typeface="Times New Roman" panose="02020603050405020304"/>
                        </a:rPr>
                        <a:t>: A Multimodal Benchmark for Question Answering over Tables and Charts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Negar Foroutan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Findings of ACL</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2025</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Models struggle with questions requiring joint reasoning over tables and charts, especially with long-document retrieval.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Introduces a benchmark containing cross-modal table/chart questions and evaluates multiple VLMs under direct and retrieval-based settings.</a:t>
                      </a:r>
                      <a:endParaRPr lang="en-US" sz="1200">
                        <a:ea typeface="+mn-ea"/>
                        <a:cs typeface="Times New Roman" panose="02020603050405020304"/>
                      </a:endParaRPr>
                    </a:p>
                  </a:txBody>
                  <a:tcPr anchor="ctr"/>
                </a:tc>
              </a:tr>
              <a:tr h="977512">
                <a:tc>
                  <a:txBody>
                    <a:bodyPr/>
                    <a:lstStyle/>
                    <a:p>
                      <a:pPr algn="r">
                        <a:buNone/>
                      </a:pPr>
                      <a:r>
                        <a:rPr lang="en-US" sz="1200">
                          <a:ea typeface="+mn-ea"/>
                          <a:cs typeface="Times New Roman" panose="02020603050405020304"/>
                        </a:rPr>
                        <a:t>6</a:t>
                      </a:r>
                      <a:endParaRPr lang="en-US" sz="1200">
                        <a:ea typeface="+mn-ea"/>
                        <a:cs typeface="Times New Roman" panose="02020603050405020304"/>
                      </a:endParaRPr>
                    </a:p>
                  </a:txBody>
                  <a:tcPr anchor="ctr"/>
                </a:tc>
                <a:tc>
                  <a:txBody>
                    <a:bodyPr/>
                    <a:lstStyle/>
                    <a:p>
                      <a:pPr>
                        <a:buNone/>
                      </a:pPr>
                      <a:r>
                        <a:rPr lang="en-US" sz="1200" err="1">
                          <a:ea typeface="+mn-ea"/>
                          <a:cs typeface="Times New Roman" panose="02020603050405020304"/>
                        </a:rPr>
                        <a:t>ColPali</a:t>
                      </a:r>
                      <a:r>
                        <a:rPr lang="en-US" sz="1200">
                          <a:ea typeface="+mn-ea"/>
                          <a:cs typeface="Times New Roman" panose="02020603050405020304"/>
                        </a:rPr>
                        <a:t>: Efficient Document Retrieval with Vision Language Models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Manuel Faysse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ICLR</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2025</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OCR/text-based retrieval loses visual information such as tables, figures, layout and fonts.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Directly embeds document-page images using a vision-language model and multi-vector late-interaction retrieval.</a:t>
                      </a:r>
                      <a:endParaRPr lang="en-US" sz="1200">
                        <a:ea typeface="+mn-ea"/>
                        <a:cs typeface="Times New Roman" panose="02020603050405020304"/>
                      </a:endParaRPr>
                    </a:p>
                  </a:txBody>
                  <a:tcPr anchor="ctr"/>
                </a:tc>
              </a:tr>
            </a:tbl>
          </a:graphicData>
        </a:graphic>
      </p:graphicFrame>
      <p:pic>
        <p:nvPicPr>
          <p:cNvPr id="3" name="Picture 2"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0654" y="149709"/>
            <a:ext cx="4637450" cy="1188050"/>
          </a:xfrm>
        </p:spPr>
        <p:txBody>
          <a:bodyPr/>
          <a:lstStyle/>
          <a:p>
            <a:pPr algn="ctr"/>
            <a:r>
              <a:rPr lang="en-US" u="sng">
                <a:latin typeface="+mn-lt"/>
                <a:ea typeface="+mn-ea"/>
              </a:rPr>
              <a:t>LITERATURE SURVEY</a:t>
            </a:r>
            <a:endParaRPr lang="en-US" u="sng">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graphicFrame>
        <p:nvGraphicFramePr>
          <p:cNvPr id="5" name="Table 4"/>
          <p:cNvGraphicFramePr>
            <a:graphicFrameLocks noGrp="1"/>
          </p:cNvGraphicFramePr>
          <p:nvPr/>
        </p:nvGraphicFramePr>
        <p:xfrm>
          <a:off x="995680" y="1452880"/>
          <a:ext cx="10198113" cy="4399279"/>
        </p:xfrm>
        <a:graphic>
          <a:graphicData uri="http://schemas.openxmlformats.org/drawingml/2006/table">
            <a:tbl>
              <a:tblPr bandRow="1">
                <a:tableStyleId>{21E4AEA4-8DFA-4A89-87EB-49C32662AFE0}</a:tableStyleId>
              </a:tblPr>
              <a:tblGrid>
                <a:gridCol w="599439"/>
                <a:gridCol w="1869440"/>
                <a:gridCol w="934720"/>
                <a:gridCol w="1036319"/>
                <a:gridCol w="650237"/>
                <a:gridCol w="2418080"/>
                <a:gridCol w="2689878"/>
              </a:tblGrid>
              <a:tr h="143591">
                <a:tc>
                  <a:txBody>
                    <a:bodyPr/>
                    <a:lstStyle/>
                    <a:p>
                      <a:pPr algn="r">
                        <a:buNone/>
                      </a:pPr>
                      <a:r>
                        <a:rPr lang="en-US" sz="1200">
                          <a:ea typeface="+mn-ea"/>
                          <a:cs typeface="Times New Roman" panose="02020603050405020304"/>
                        </a:rPr>
                        <a:t>Sl. No.</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Title of the Paper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Authors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Journal / Conference</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Year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Problem Identified</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Solution</a:t>
                      </a:r>
                      <a:endParaRPr lang="en-US" sz="1200">
                        <a:ea typeface="+mn-ea"/>
                        <a:cs typeface="Times New Roman" panose="02020603050405020304"/>
                      </a:endParaRPr>
                    </a:p>
                  </a:txBody>
                  <a:tcPr anchor="ctr"/>
                </a:tc>
              </a:tr>
              <a:tr h="1524000">
                <a:tc>
                  <a:txBody>
                    <a:bodyPr/>
                    <a:lstStyle/>
                    <a:p>
                      <a:pPr algn="r">
                        <a:buNone/>
                      </a:pPr>
                      <a:r>
                        <a:rPr lang="en-US" sz="1200">
                          <a:ea typeface="+mn-ea"/>
                          <a:cs typeface="Times New Roman" panose="02020603050405020304"/>
                        </a:rPr>
                        <a:t>1</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Scaling Beyond Context: A Survey of Multimodal Retrieval-Augmented Generation for Document Understanding</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Sensen Gao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ACL</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2026</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OCR-based systems lose visual/structural information, while MLLMs struggle with long multimodal documents.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Surveys multimodal RAG approaches using fine-grained representations and multimodal retrieval; identifies efficiency, robustness and fine-grained representation as open challenges.</a:t>
                      </a:r>
                      <a:endParaRPr lang="en-US" sz="1200">
                        <a:ea typeface="+mn-ea"/>
                        <a:cs typeface="Times New Roman" panose="02020603050405020304"/>
                      </a:endParaRPr>
                    </a:p>
                  </a:txBody>
                  <a:tcPr anchor="ctr"/>
                </a:tc>
              </a:tr>
              <a:tr h="1371600">
                <a:tc>
                  <a:txBody>
                    <a:bodyPr/>
                    <a:lstStyle/>
                    <a:p>
                      <a:pPr algn="r">
                        <a:buNone/>
                      </a:pPr>
                      <a:r>
                        <a:rPr lang="en-US" sz="1200">
                          <a:ea typeface="+mn-ea"/>
                          <a:cs typeface="Times New Roman" panose="02020603050405020304"/>
                        </a:rPr>
                        <a:t>2</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a:t>
                      </a:r>
                      <a:r>
                        <a:rPr lang="en-US" sz="1200" err="1">
                          <a:ea typeface="+mn-ea"/>
                          <a:cs typeface="Times New Roman" panose="02020603050405020304"/>
                        </a:rPr>
                        <a:t>LongDoc</a:t>
                      </a:r>
                      <a:r>
                        <a:rPr lang="en-US" sz="1200">
                          <a:ea typeface="+mn-ea"/>
                          <a:cs typeface="Times New Roman" panose="02020603050405020304"/>
                        </a:rPr>
                        <a:t>: A Benchmark for Multimodal Super-Long Document Understanding and a Retrieval-Aware Tuning Framework</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Yew Ken Chia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EMNLP</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2025</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MLLMs struggle with very long documents containing text, figures and tables and retrieving the correct evidence.</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Introduces an 851-sample benchmark and a retrieval-aware tuning framework for long multimodal documents.</a:t>
                      </a:r>
                      <a:endParaRPr lang="en-US" sz="1200">
                        <a:ea typeface="+mn-ea"/>
                        <a:cs typeface="Times New Roman" panose="02020603050405020304"/>
                      </a:endParaRPr>
                    </a:p>
                  </a:txBody>
                  <a:tcPr anchor="ctr"/>
                </a:tc>
              </a:tr>
              <a:tr h="1046479">
                <a:tc>
                  <a:txBody>
                    <a:bodyPr/>
                    <a:lstStyle/>
                    <a:p>
                      <a:pPr algn="r">
                        <a:buNone/>
                      </a:pPr>
                      <a:r>
                        <a:rPr lang="en-US" sz="1200">
                          <a:ea typeface="+mn-ea"/>
                          <a:cs typeface="Times New Roman" panose="02020603050405020304"/>
                        </a:rPr>
                        <a:t>3</a:t>
                      </a:r>
                      <a:endParaRPr lang="en-US" sz="1200">
                        <a:ea typeface="+mn-ea"/>
                        <a:cs typeface="Times New Roman" panose="02020603050405020304"/>
                      </a:endParaRPr>
                    </a:p>
                  </a:txBody>
                  <a:tcPr anchor="ctr"/>
                </a:tc>
                <a:tc>
                  <a:txBody>
                    <a:bodyPr/>
                    <a:lstStyle/>
                    <a:p>
                      <a:pPr>
                        <a:buNone/>
                      </a:pPr>
                      <a:r>
                        <a:rPr lang="en-US" sz="1200" err="1">
                          <a:ea typeface="+mn-ea"/>
                          <a:cs typeface="Times New Roman" panose="02020603050405020304"/>
                        </a:rPr>
                        <a:t>MMDocIR</a:t>
                      </a:r>
                      <a:r>
                        <a:rPr lang="en-US" sz="1200">
                          <a:ea typeface="+mn-ea"/>
                          <a:cs typeface="Times New Roman" panose="02020603050405020304"/>
                        </a:rPr>
                        <a:t>: Benchmarking Multimodal Retrieval for Long Documents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Kuicai Dong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EMNLP</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2025</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Existing retrieval benchmarks inadequately evaluate multimodal elements such as figures, tables and fine-grained layouts.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Introduces page-level and layout-level multimodal retrieval benchmarks and evaluates visual/document retrieval methods.</a:t>
                      </a:r>
                      <a:endParaRPr lang="en-US" sz="1200">
                        <a:ea typeface="+mn-ea"/>
                        <a:cs typeface="Times New Roman" panose="02020603050405020304"/>
                      </a:endParaRPr>
                    </a:p>
                  </a:txBody>
                  <a:tcPr anchor="ctr"/>
                </a:tc>
              </a:tr>
            </a:tbl>
          </a:graphicData>
        </a:graphic>
      </p:graphicFrame>
      <p:pic>
        <p:nvPicPr>
          <p:cNvPr id="3" name="Picture 2"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470834" y="149709"/>
            <a:ext cx="4637450" cy="1188050"/>
          </a:xfrm>
        </p:spPr>
        <p:txBody>
          <a:bodyPr/>
          <a:lstStyle/>
          <a:p>
            <a:r>
              <a:rPr lang="en-US" u="sng">
                <a:latin typeface="+mn-lt"/>
                <a:ea typeface="+mn-ea"/>
              </a:rPr>
              <a:t>LITERATURE SURVEY</a:t>
            </a:r>
            <a:endParaRPr lang="en-US" u="sng">
              <a:latin typeface="+mn-lt"/>
              <a:ea typeface="+mn-ea"/>
            </a:endParaRPr>
          </a:p>
        </p:txBody>
      </p:sp>
      <p:graphicFrame>
        <p:nvGraphicFramePr>
          <p:cNvPr id="4" name="Table 3"/>
          <p:cNvGraphicFramePr>
            <a:graphicFrameLocks noGrp="1"/>
          </p:cNvGraphicFramePr>
          <p:nvPr/>
        </p:nvGraphicFramePr>
        <p:xfrm>
          <a:off x="995680" y="1381760"/>
          <a:ext cx="10164577" cy="4499863"/>
        </p:xfrm>
        <a:graphic>
          <a:graphicData uri="http://schemas.openxmlformats.org/drawingml/2006/table">
            <a:tbl>
              <a:tblPr bandRow="1">
                <a:tableStyleId>{21E4AEA4-8DFA-4A89-87EB-49C32662AFE0}</a:tableStyleId>
              </a:tblPr>
              <a:tblGrid>
                <a:gridCol w="908824"/>
                <a:gridCol w="1483358"/>
                <a:gridCol w="955039"/>
                <a:gridCol w="1158239"/>
                <a:gridCol w="640079"/>
                <a:gridCol w="2590799"/>
                <a:gridCol w="2428239"/>
              </a:tblGrid>
              <a:tr h="373380">
                <a:tc>
                  <a:txBody>
                    <a:bodyPr/>
                    <a:lstStyle/>
                    <a:p>
                      <a:pPr algn="r">
                        <a:buNone/>
                      </a:pPr>
                      <a:r>
                        <a:rPr lang="en-US" sz="1200">
                          <a:ea typeface="+mn-ea"/>
                          <a:cs typeface="Times New Roman" panose="02020603050405020304"/>
                        </a:rPr>
                        <a:t>Sl. No.</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Title of the Paper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Authors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Journal / Conference</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Year</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Problem Identified</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Solution</a:t>
                      </a:r>
                      <a:endParaRPr lang="en-US" sz="1200">
                        <a:ea typeface="+mn-ea"/>
                        <a:cs typeface="Times New Roman" panose="02020603050405020304"/>
                      </a:endParaRPr>
                    </a:p>
                  </a:txBody>
                  <a:tcPr anchor="ctr"/>
                </a:tc>
              </a:tr>
              <a:tr h="1503680">
                <a:tc>
                  <a:txBody>
                    <a:bodyPr/>
                    <a:lstStyle/>
                    <a:p>
                      <a:pPr algn="r">
                        <a:buNone/>
                      </a:pPr>
                      <a:r>
                        <a:rPr lang="en-US" sz="1200">
                          <a:ea typeface="+mn-ea"/>
                          <a:cs typeface="Times New Roman" panose="02020603050405020304"/>
                        </a:rPr>
                        <a:t>7</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DocEdit-v2: Document Structure Editing Via Multimodal LLM Grounding</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Manan Suri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EMNLP</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2024</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Natural-language document editing requires identifying the correct document region and accurately interpreting the requested structural operation.</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Uses multimodal LLM grounding with region localization, command generation and command reformulation for document editing.</a:t>
                      </a:r>
                      <a:endParaRPr lang="en-US" sz="1200">
                        <a:ea typeface="+mn-ea"/>
                        <a:cs typeface="Times New Roman" panose="02020603050405020304"/>
                      </a:endParaRPr>
                    </a:p>
                  </a:txBody>
                  <a:tcPr anchor="ctr"/>
                </a:tc>
              </a:tr>
              <a:tr h="1418844">
                <a:tc>
                  <a:txBody>
                    <a:bodyPr/>
                    <a:lstStyle/>
                    <a:p>
                      <a:pPr algn="r">
                        <a:buNone/>
                      </a:pPr>
                      <a:r>
                        <a:rPr lang="en-US" sz="1200">
                          <a:ea typeface="+mn-ea"/>
                          <a:cs typeface="Times New Roman" panose="02020603050405020304"/>
                        </a:rPr>
                        <a:t>8</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Pix2Struct: Screenshot Parsing as Pretraining for Visual Language Understanding</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Kenton Lee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ICML</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2023</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Visually situated information such as documents, webpages and tables is difficult to represent using conventional text-centric approaches.</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Pretrains an image-to-text model through screenshot parsing into simplified HTML for visual-language understanding.</a:t>
                      </a:r>
                      <a:endParaRPr lang="en-US" sz="1200">
                        <a:ea typeface="+mn-ea"/>
                        <a:cs typeface="Times New Roman" panose="02020603050405020304"/>
                      </a:endParaRPr>
                    </a:p>
                  </a:txBody>
                  <a:tcPr anchor="ctr"/>
                </a:tc>
              </a:tr>
              <a:tr h="1120139">
                <a:tc>
                  <a:txBody>
                    <a:bodyPr/>
                    <a:lstStyle/>
                    <a:p>
                      <a:pPr algn="r">
                        <a:buNone/>
                      </a:pPr>
                      <a:r>
                        <a:rPr lang="en-US" sz="1200">
                          <a:ea typeface="+mn-ea"/>
                          <a:cs typeface="Times New Roman" panose="02020603050405020304"/>
                        </a:rPr>
                        <a:t>9</a:t>
                      </a:r>
                      <a:endParaRPr lang="en-US" sz="1200">
                        <a:ea typeface="+mn-ea"/>
                        <a:cs typeface="Times New Roman" panose="02020603050405020304"/>
                      </a:endParaRPr>
                    </a:p>
                  </a:txBody>
                  <a:tcPr anchor="ctr"/>
                </a:tc>
                <a:tc>
                  <a:txBody>
                    <a:bodyPr/>
                    <a:lstStyle/>
                    <a:p>
                      <a:pPr>
                        <a:buNone/>
                      </a:pPr>
                      <a:r>
                        <a:rPr lang="en-US" sz="1200" err="1">
                          <a:ea typeface="+mn-ea"/>
                          <a:cs typeface="Times New Roman" panose="02020603050405020304"/>
                        </a:rPr>
                        <a:t>DePlot</a:t>
                      </a:r>
                      <a:r>
                        <a:rPr lang="en-US" sz="1200">
                          <a:ea typeface="+mn-ea"/>
                          <a:cs typeface="Times New Roman" panose="02020603050405020304"/>
                        </a:rPr>
                        <a:t>: One-shot Visual Language Reasoning by Plot-to-Table Translation</a:t>
                      </a:r>
                      <a:endParaRPr lang="en-US" sz="1200">
                        <a:ea typeface="+mn-ea"/>
                        <a:cs typeface="Times New Roman" panose="02020603050405020304"/>
                      </a:endParaRPr>
                    </a:p>
                  </a:txBody>
                  <a:tcPr anchor="ctr"/>
                </a:tc>
                <a:tc>
                  <a:txBody>
                    <a:bodyPr/>
                    <a:lstStyle/>
                    <a:p>
                      <a:pPr>
                        <a:buNone/>
                      </a:pPr>
                      <a:r>
                        <a:rPr lang="en-US" sz="1200" err="1">
                          <a:ea typeface="+mn-ea"/>
                          <a:cs typeface="Times New Roman" panose="02020603050405020304"/>
                        </a:rPr>
                        <a:t>Fangyu</a:t>
                      </a:r>
                      <a:r>
                        <a:rPr lang="en-US" sz="1200">
                          <a:ea typeface="+mn-ea"/>
                          <a:cs typeface="Times New Roman" panose="02020603050405020304"/>
                        </a:rPr>
                        <a:t> Liu et al.</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Findings of ACL</a:t>
                      </a:r>
                      <a:endParaRPr lang="en-US" sz="1200">
                        <a:ea typeface="+mn-ea"/>
                        <a:cs typeface="Times New Roman" panose="02020603050405020304"/>
                      </a:endParaRPr>
                    </a:p>
                  </a:txBody>
                  <a:tcPr anchor="ctr"/>
                </a:tc>
                <a:tc>
                  <a:txBody>
                    <a:bodyPr/>
                    <a:lstStyle/>
                    <a:p>
                      <a:pPr algn="r">
                        <a:buNone/>
                      </a:pPr>
                      <a:r>
                        <a:rPr lang="en-US" sz="1200">
                          <a:ea typeface="+mn-ea"/>
                          <a:cs typeface="Times New Roman" panose="02020603050405020304"/>
                        </a:rPr>
                        <a:t>2023</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Direct reasoning over charts is difficult and often requires task-specific training.</a:t>
                      </a:r>
                      <a:endParaRPr lang="en-US" sz="1200">
                        <a:ea typeface="+mn-ea"/>
                        <a:cs typeface="Times New Roman" panose="02020603050405020304"/>
                      </a:endParaRPr>
                    </a:p>
                  </a:txBody>
                  <a:tcPr anchor="ctr"/>
                </a:tc>
                <a:tc>
                  <a:txBody>
                    <a:bodyPr/>
                    <a:lstStyle/>
                    <a:p>
                      <a:pPr>
                        <a:buNone/>
                      </a:pPr>
                      <a:r>
                        <a:rPr lang="en-US" sz="1200">
                          <a:ea typeface="+mn-ea"/>
                          <a:cs typeface="Times New Roman" panose="02020603050405020304"/>
                        </a:rPr>
                        <a:t>Converts chart images into structured/linearized tables and uses an LLM for downstream reasoning.</a:t>
                      </a:r>
                      <a:endParaRPr lang="en-US" sz="1200">
                        <a:ea typeface="+mn-ea"/>
                        <a:cs typeface="Times New Roman" panose="02020603050405020304"/>
                      </a:endParaRPr>
                    </a:p>
                  </a:txBody>
                  <a:tcPr anchor="ctr"/>
                </a:tc>
              </a:tr>
            </a:tbl>
          </a:graphicData>
        </a:graphic>
      </p:graphicFrame>
      <p:pic>
        <p:nvPicPr>
          <p:cNvPr id="3" name="Picture 2"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413348" y="150068"/>
            <a:ext cx="5040016" cy="1259936"/>
          </a:xfrm>
        </p:spPr>
        <p:txBody>
          <a:bodyPr/>
          <a:lstStyle/>
          <a:p>
            <a:pPr algn="ctr"/>
            <a:r>
              <a:rPr lang="en-US" u="sng">
                <a:latin typeface="+mn-lt"/>
                <a:ea typeface="+mn-ea"/>
              </a:rPr>
              <a:t>EXISTING SYSTEM</a:t>
            </a:r>
            <a:endParaRPr lang="en-US">
              <a:latin typeface="+mn-lt"/>
              <a:ea typeface="+mn-ea"/>
            </a:endParaRPr>
          </a:p>
        </p:txBody>
      </p:sp>
      <p:sp>
        <p:nvSpPr>
          <p:cNvPr id="3" name="Subtitle 2"/>
          <p:cNvSpPr>
            <a:spLocks noGrp="1"/>
          </p:cNvSpPr>
          <p:nvPr>
            <p:ph type="subTitle" idx="1"/>
          </p:nvPr>
        </p:nvSpPr>
        <p:spPr>
          <a:xfrm>
            <a:off x="1298404" y="1603063"/>
            <a:ext cx="9269107" cy="4081457"/>
          </a:xfrm>
        </p:spPr>
        <p:txBody>
          <a:bodyPr vert="horz" lIns="91440" tIns="45720" rIns="91440" bIns="45720" rtlCol="0" anchor="t">
            <a:normAutofit fontScale="60000"/>
          </a:bodyPr>
          <a:lstStyle/>
          <a:p>
            <a:pPr marL="285750" indent="-285750" algn="just">
              <a:buChar char="•"/>
            </a:pPr>
            <a:r>
              <a:rPr lang="en-US" b="1" err="1">
                <a:latin typeface="+mn-lt"/>
                <a:ea typeface="+mn-ea"/>
                <a:cs typeface="+mn-lt"/>
              </a:rPr>
              <a:t>OCR</a:t>
            </a:r>
            <a:r>
              <a:rPr lang="en-US" b="1">
                <a:latin typeface="+mn-lt"/>
                <a:ea typeface="+mn-ea"/>
                <a:cs typeface="+mn-lt"/>
              </a:rPr>
              <a:t>-based document processing</a:t>
            </a:r>
            <a:r>
              <a:rPr lang="en-US">
                <a:latin typeface="+mn-lt"/>
                <a:ea typeface="+mn-ea"/>
                <a:cs typeface="+mn-lt"/>
              </a:rPr>
              <a:t> extracts text from scanned documents but often loses </a:t>
            </a:r>
            <a:r>
              <a:rPr lang="en-US" b="1">
                <a:latin typeface="+mn-lt"/>
                <a:ea typeface="+mn-ea"/>
                <a:cs typeface="+mn-lt"/>
              </a:rPr>
              <a:t>layout, visual and semantic relationships</a:t>
            </a:r>
            <a:r>
              <a:rPr lang="en-US">
                <a:latin typeface="+mn-lt"/>
                <a:ea typeface="+mn-ea"/>
                <a:cs typeface="+mn-lt"/>
              </a:rPr>
              <a:t>. </a:t>
            </a:r>
            <a:endParaRPr lang="en-US">
              <a:latin typeface="+mn-lt"/>
              <a:ea typeface="+mn-ea"/>
            </a:endParaRPr>
          </a:p>
          <a:p>
            <a:pPr marL="285750" indent="-285750" algn="just">
              <a:buChar char="•"/>
            </a:pPr>
            <a:r>
              <a:rPr lang="en-US" b="1">
                <a:latin typeface="+mn-lt"/>
                <a:ea typeface="+mn-ea"/>
                <a:cs typeface="+mn-lt"/>
              </a:rPr>
              <a:t>Layout-aware models</a:t>
            </a:r>
            <a:r>
              <a:rPr lang="en-US">
                <a:latin typeface="+mn-lt"/>
                <a:ea typeface="+mn-ea"/>
                <a:cs typeface="+mn-lt"/>
              </a:rPr>
              <a:t> such as </a:t>
            </a:r>
            <a:r>
              <a:rPr lang="en-US" err="1">
                <a:latin typeface="+mn-lt"/>
                <a:ea typeface="+mn-ea"/>
                <a:cs typeface="+mn-lt"/>
              </a:rPr>
              <a:t>LayoutLM</a:t>
            </a:r>
            <a:r>
              <a:rPr lang="en-US">
                <a:latin typeface="+mn-lt"/>
                <a:ea typeface="+mn-ea"/>
                <a:cs typeface="+mn-lt"/>
              </a:rPr>
              <a:t>, </a:t>
            </a:r>
            <a:r>
              <a:rPr lang="en-US" err="1">
                <a:latin typeface="+mn-lt"/>
                <a:ea typeface="+mn-ea"/>
                <a:cs typeface="+mn-lt"/>
              </a:rPr>
              <a:t>DocFormer</a:t>
            </a:r>
            <a:r>
              <a:rPr lang="en-US">
                <a:latin typeface="+mn-lt"/>
                <a:ea typeface="+mn-ea"/>
                <a:cs typeface="+mn-lt"/>
              </a:rPr>
              <a:t> and UDOP combine text, visual and positional information for document understanding. </a:t>
            </a:r>
            <a:endParaRPr lang="en-US">
              <a:latin typeface="+mn-lt"/>
              <a:ea typeface="+mn-ea"/>
            </a:endParaRPr>
          </a:p>
          <a:p>
            <a:pPr marL="285750" indent="-285750" algn="just">
              <a:buChar char="•"/>
            </a:pPr>
            <a:r>
              <a:rPr lang="en-US" b="1">
                <a:latin typeface="+mn-lt"/>
                <a:ea typeface="+mn-ea"/>
                <a:cs typeface="+mn-lt"/>
              </a:rPr>
              <a:t>Modern VLMs/MLLMs</a:t>
            </a:r>
            <a:r>
              <a:rPr lang="en-US">
                <a:latin typeface="+mn-lt"/>
                <a:ea typeface="+mn-ea"/>
                <a:cs typeface="+mn-lt"/>
              </a:rPr>
              <a:t> such as Qwen-VL can understand </a:t>
            </a:r>
            <a:r>
              <a:rPr lang="en-US" b="1">
                <a:latin typeface="+mn-lt"/>
                <a:ea typeface="+mn-ea"/>
                <a:cs typeface="+mn-lt"/>
              </a:rPr>
              <a:t>text, tables, images, charts and document layouts</a:t>
            </a:r>
            <a:r>
              <a:rPr lang="en-US">
                <a:latin typeface="+mn-lt"/>
                <a:ea typeface="+mn-ea"/>
                <a:cs typeface="+mn-lt"/>
              </a:rPr>
              <a:t> directly from visual inputs. </a:t>
            </a:r>
            <a:endParaRPr lang="en-US">
              <a:latin typeface="+mn-lt"/>
              <a:ea typeface="+mn-ea"/>
            </a:endParaRPr>
          </a:p>
          <a:p>
            <a:pPr marL="285750" indent="-285750" algn="just">
              <a:buChar char="•"/>
            </a:pPr>
            <a:r>
              <a:rPr lang="en-US" b="1">
                <a:latin typeface="+mn-lt"/>
                <a:ea typeface="+mn-ea"/>
                <a:cs typeface="+mn-lt"/>
              </a:rPr>
              <a:t>Multimodal retrieval systems</a:t>
            </a:r>
            <a:r>
              <a:rPr lang="en-US">
                <a:latin typeface="+mn-lt"/>
                <a:ea typeface="+mn-ea"/>
                <a:cs typeface="+mn-lt"/>
              </a:rPr>
              <a:t> such as </a:t>
            </a:r>
            <a:r>
              <a:rPr lang="en-US" err="1">
                <a:latin typeface="+mn-lt"/>
                <a:ea typeface="+mn-ea"/>
                <a:cs typeface="+mn-lt"/>
              </a:rPr>
              <a:t>ColPali</a:t>
            </a:r>
            <a:r>
              <a:rPr lang="en-US">
                <a:latin typeface="+mn-lt"/>
                <a:ea typeface="+mn-ea"/>
                <a:cs typeface="+mn-lt"/>
              </a:rPr>
              <a:t> enable retrieval from visually rich document pages. </a:t>
            </a:r>
            <a:endParaRPr lang="en-US">
              <a:latin typeface="+mn-lt"/>
              <a:ea typeface="+mn-ea"/>
            </a:endParaRPr>
          </a:p>
          <a:p>
            <a:pPr marL="285750" indent="-285750" algn="just">
              <a:buChar char="•"/>
            </a:pPr>
            <a:r>
              <a:rPr lang="en-US" b="1">
                <a:latin typeface="+mn-lt"/>
                <a:ea typeface="+mn-ea"/>
                <a:cs typeface="+mn-lt"/>
              </a:rPr>
              <a:t>Document editing systems</a:t>
            </a:r>
            <a:r>
              <a:rPr lang="en-US">
                <a:latin typeface="+mn-lt"/>
                <a:ea typeface="+mn-ea"/>
                <a:cs typeface="+mn-lt"/>
              </a:rPr>
              <a:t> such as </a:t>
            </a:r>
            <a:r>
              <a:rPr lang="en-US" err="1">
                <a:latin typeface="+mn-lt"/>
                <a:ea typeface="+mn-ea"/>
                <a:cs typeface="+mn-lt"/>
              </a:rPr>
              <a:t>DocEdit</a:t>
            </a:r>
            <a:r>
              <a:rPr lang="en-US">
                <a:latin typeface="+mn-lt"/>
                <a:ea typeface="+mn-ea"/>
                <a:cs typeface="+mn-lt"/>
              </a:rPr>
              <a:t> and DocEdit-v2 can convert natural-language instructions into document editing operations. </a:t>
            </a:r>
            <a:endParaRPr lang="en-US">
              <a:latin typeface="+mn-lt"/>
              <a:ea typeface="+mn-ea"/>
            </a:endParaRPr>
          </a:p>
          <a:p>
            <a:pPr marL="285750" indent="-285750" algn="just">
              <a:buChar char="•"/>
            </a:pPr>
            <a:r>
              <a:rPr lang="en-US">
                <a:latin typeface="+mn-lt"/>
                <a:ea typeface="+mn-ea"/>
                <a:cs typeface="+mn-lt"/>
              </a:rPr>
              <a:t>However, these capabilities are largely addressed as </a:t>
            </a:r>
            <a:r>
              <a:rPr lang="en-US" b="1">
                <a:latin typeface="+mn-lt"/>
                <a:ea typeface="+mn-ea"/>
                <a:cs typeface="+mn-lt"/>
              </a:rPr>
              <a:t>separate tasks</a:t>
            </a:r>
            <a:r>
              <a:rPr lang="en-US">
                <a:latin typeface="+mn-lt"/>
                <a:ea typeface="+mn-ea"/>
                <a:cs typeface="+mn-lt"/>
              </a:rPr>
              <a:t>, with limitations in </a:t>
            </a:r>
            <a:r>
              <a:rPr lang="en-US" b="1">
                <a:latin typeface="+mn-lt"/>
                <a:ea typeface="+mn-ea"/>
                <a:cs typeface="+mn-lt"/>
              </a:rPr>
              <a:t>cross-modal reasoning, structural grounding and reliable manipulation</a:t>
            </a:r>
            <a:r>
              <a:rPr lang="en-US">
                <a:latin typeface="+mn-lt"/>
                <a:ea typeface="+mn-ea"/>
                <a:cs typeface="+mn-lt"/>
              </a:rPr>
              <a:t>.</a:t>
            </a:r>
            <a:endParaRPr lang="en-US">
              <a:latin typeface="+mn-lt"/>
              <a:ea typeface="+mn-ea"/>
            </a:endParaRPr>
          </a:p>
        </p:txBody>
      </p:sp>
      <p:pic>
        <p:nvPicPr>
          <p:cNvPr id="4" name="Picture 3"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245469" y="149860"/>
            <a:ext cx="6233336" cy="571500"/>
          </a:xfrm>
        </p:spPr>
        <p:txBody>
          <a:bodyPr/>
          <a:lstStyle/>
          <a:p>
            <a:r>
              <a:rPr lang="en-US" u="sng">
                <a:latin typeface="+mn-lt"/>
                <a:ea typeface="+mn-ea"/>
              </a:rPr>
              <a:t>PROPOSED ARCHITECTURE</a:t>
            </a:r>
            <a:endParaRPr lang="en-US" u="sng">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3" name="Picture 2"/>
          <p:cNvPicPr>
            <a:picLocks noChangeAspect="1"/>
          </p:cNvPicPr>
          <p:nvPr/>
        </p:nvPicPr>
        <p:blipFill>
          <a:blip r:embed="rId1"/>
          <a:srcRect r="99"/>
          <a:stretch>
            <a:fillRect/>
          </a:stretch>
        </p:blipFill>
        <p:spPr>
          <a:xfrm>
            <a:off x="864870" y="978535"/>
            <a:ext cx="10144125" cy="5640705"/>
          </a:xfrm>
          <a:prstGeom prst="rect">
            <a:avLst/>
          </a:prstGeom>
        </p:spPr>
      </p:pic>
      <p:pic>
        <p:nvPicPr>
          <p:cNvPr id="4" name="Picture 3" descr="WhatsApp_Image_2026-09-09_at_9.53.27_AM-removebg-preview"/>
          <p:cNvPicPr>
            <a:picLocks noChangeAspect="1"/>
          </p:cNvPicPr>
          <p:nvPr/>
        </p:nvPicPr>
        <p:blipFill>
          <a:blip r:embed="rId2"/>
          <a:stretch>
            <a:fillRect/>
          </a:stretch>
        </p:blipFill>
        <p:spPr>
          <a:xfrm>
            <a:off x="9725025" y="149860"/>
            <a:ext cx="2135505" cy="76327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320423" y="149613"/>
            <a:ext cx="5040016" cy="1259936"/>
          </a:xfrm>
        </p:spPr>
        <p:txBody>
          <a:bodyPr/>
          <a:lstStyle/>
          <a:p>
            <a:pPr algn="ctr"/>
            <a:r>
              <a:rPr lang="en-US" u="sng">
                <a:latin typeface="+mn-lt"/>
                <a:ea typeface="+mn-ea"/>
              </a:rPr>
              <a:t>RESEARCH GAP</a:t>
            </a:r>
            <a:endParaRPr lang="en-US" u="sng">
              <a:latin typeface="+mn-lt"/>
              <a:ea typeface="+mn-ea"/>
            </a:endParaRPr>
          </a:p>
        </p:txBody>
      </p:sp>
      <p:sp>
        <p:nvSpPr>
          <p:cNvPr id="3" name="Subtitle 2"/>
          <p:cNvSpPr>
            <a:spLocks noGrp="1"/>
          </p:cNvSpPr>
          <p:nvPr>
            <p:ph type="subTitle" idx="1"/>
          </p:nvPr>
        </p:nvSpPr>
        <p:spPr>
          <a:xfrm>
            <a:off x="1074884" y="1481143"/>
            <a:ext cx="9858387" cy="4416737"/>
          </a:xfrm>
        </p:spPr>
        <p:txBody>
          <a:bodyPr vert="horz" lIns="91440" tIns="45720" rIns="91440" bIns="45720" rtlCol="0" anchor="t">
            <a:normAutofit fontScale="60000"/>
          </a:bodyPr>
          <a:lstStyle/>
          <a:p>
            <a:pPr marL="285750" indent="-285750" algn="just">
              <a:buFont typeface="Arial" panose="020B0704020202020204"/>
              <a:buChar char="•"/>
            </a:pPr>
            <a:r>
              <a:rPr lang="en-US" b="1">
                <a:latin typeface="+mn-lt"/>
                <a:ea typeface="+mn-ea"/>
                <a:cs typeface="+mn-lt"/>
              </a:rPr>
              <a:t>Fragmented modality processing:</a:t>
            </a:r>
            <a:r>
              <a:rPr lang="en-US">
                <a:latin typeface="+mn-lt"/>
                <a:ea typeface="+mn-ea"/>
                <a:cs typeface="+mn-lt"/>
              </a:rPr>
              <a:t> Existing systems often specialize in text, tables, charts, images, or layout rather than providing reliable </a:t>
            </a:r>
            <a:r>
              <a:rPr lang="en-US" b="1">
                <a:latin typeface="+mn-lt"/>
                <a:ea typeface="+mn-ea"/>
                <a:cs typeface="+mn-lt"/>
              </a:rPr>
              <a:t>joint understanding</a:t>
            </a:r>
            <a:r>
              <a:rPr lang="en-US">
                <a:latin typeface="+mn-lt"/>
                <a:ea typeface="+mn-ea"/>
                <a:cs typeface="+mn-lt"/>
              </a:rPr>
              <a:t> across all document elements. </a:t>
            </a:r>
            <a:endParaRPr lang="en-US">
              <a:latin typeface="+mn-lt"/>
              <a:ea typeface="+mn-ea"/>
            </a:endParaRPr>
          </a:p>
          <a:p>
            <a:pPr marL="285750" indent="-285750" algn="just">
              <a:buFont typeface="Arial" panose="020B0704020202020204"/>
              <a:buChar char="•"/>
            </a:pPr>
            <a:r>
              <a:rPr lang="en-US" b="1">
                <a:latin typeface="+mn-lt"/>
                <a:ea typeface="+mn-ea"/>
                <a:cs typeface="+mn-lt"/>
              </a:rPr>
              <a:t>Weak cross-modal reasoning:</a:t>
            </a:r>
            <a:r>
              <a:rPr lang="en-US">
                <a:latin typeface="+mn-lt"/>
                <a:ea typeface="+mn-ea"/>
                <a:cs typeface="+mn-lt"/>
              </a:rPr>
              <a:t> Current VLM/MLLM systems still struggle to establish relationships between </a:t>
            </a:r>
            <a:r>
              <a:rPr lang="en-US" b="1">
                <a:latin typeface="+mn-lt"/>
                <a:ea typeface="+mn-ea"/>
                <a:cs typeface="+mn-lt"/>
              </a:rPr>
              <a:t>text ↔ tables ↔ charts ↔ images ↔ layout</a:t>
            </a:r>
            <a:r>
              <a:rPr lang="en-US">
                <a:latin typeface="+mn-lt"/>
                <a:ea typeface="+mn-ea"/>
                <a:cs typeface="+mn-lt"/>
              </a:rPr>
              <a:t> and detect inconsistencies between them. </a:t>
            </a:r>
            <a:endParaRPr lang="en-US">
              <a:latin typeface="+mn-lt"/>
              <a:ea typeface="+mn-ea"/>
            </a:endParaRPr>
          </a:p>
          <a:p>
            <a:pPr marL="285750" indent="-285750" algn="just">
              <a:buFont typeface="Arial" panose="020B0704020202020204"/>
              <a:buChar char="•"/>
            </a:pPr>
            <a:r>
              <a:rPr lang="en-US" b="1">
                <a:latin typeface="+mn-lt"/>
                <a:ea typeface="+mn-ea"/>
                <a:cs typeface="+mn-lt"/>
              </a:rPr>
              <a:t>Limited structural grounding:</a:t>
            </a:r>
            <a:r>
              <a:rPr lang="en-US">
                <a:latin typeface="+mn-lt"/>
                <a:ea typeface="+mn-ea"/>
                <a:cs typeface="+mn-lt"/>
              </a:rPr>
              <a:t> Visual models understand document appearance but may lack access to the </a:t>
            </a:r>
            <a:r>
              <a:rPr lang="en-US" b="1">
                <a:latin typeface="+mn-lt"/>
                <a:ea typeface="+mn-ea"/>
                <a:cs typeface="+mn-lt"/>
              </a:rPr>
              <a:t>exact editable document structure, styles, and object identities</a:t>
            </a:r>
            <a:r>
              <a:rPr lang="en-US">
                <a:latin typeface="+mn-lt"/>
                <a:ea typeface="+mn-ea"/>
                <a:cs typeface="+mn-lt"/>
              </a:rPr>
              <a:t>. </a:t>
            </a:r>
            <a:endParaRPr lang="en-US">
              <a:latin typeface="+mn-lt"/>
              <a:ea typeface="+mn-ea"/>
            </a:endParaRPr>
          </a:p>
          <a:p>
            <a:pPr marL="285750" indent="-285750" algn="just">
              <a:buFont typeface="Arial" panose="020B0704020202020204"/>
              <a:buChar char="•"/>
            </a:pPr>
            <a:r>
              <a:rPr lang="en-US" b="1">
                <a:latin typeface="+mn-lt"/>
                <a:ea typeface="+mn-ea"/>
                <a:cs typeface="+mn-lt"/>
              </a:rPr>
              <a:t>Retrieval limitations:</a:t>
            </a:r>
            <a:r>
              <a:rPr lang="en-US">
                <a:latin typeface="+mn-lt"/>
                <a:ea typeface="+mn-ea"/>
                <a:cs typeface="+mn-lt"/>
              </a:rPr>
              <a:t> Multimodal RAG improves access to visual evidence, but </a:t>
            </a:r>
            <a:r>
              <a:rPr lang="en-US" b="1">
                <a:latin typeface="+mn-lt"/>
                <a:ea typeface="+mn-ea"/>
                <a:cs typeface="+mn-lt"/>
              </a:rPr>
              <a:t>fine-grained, structure-aware retrieval and evidence grounding</a:t>
            </a:r>
            <a:r>
              <a:rPr lang="en-US">
                <a:latin typeface="+mn-lt"/>
                <a:ea typeface="+mn-ea"/>
                <a:cs typeface="+mn-lt"/>
              </a:rPr>
              <a:t> remain challenging for long documents. </a:t>
            </a:r>
            <a:endParaRPr lang="en-US">
              <a:latin typeface="+mn-lt"/>
              <a:ea typeface="+mn-ea"/>
            </a:endParaRPr>
          </a:p>
          <a:p>
            <a:pPr marL="285750" indent="-285750" algn="just">
              <a:buFont typeface="Arial" panose="020B0704020202020204"/>
              <a:buChar char="•"/>
            </a:pPr>
            <a:r>
              <a:rPr lang="en-US" b="1">
                <a:latin typeface="+mn-lt"/>
                <a:ea typeface="+mn-ea"/>
                <a:cs typeface="+mn-lt"/>
              </a:rPr>
              <a:t>Understanding–manipulation disconnect:</a:t>
            </a:r>
            <a:r>
              <a:rPr lang="en-US">
                <a:latin typeface="+mn-lt"/>
                <a:ea typeface="+mn-ea"/>
                <a:cs typeface="+mn-lt"/>
              </a:rPr>
              <a:t> Existing document-editing approaches focus on generating edits, but reliable manipulation requires accurately understanding and grounding the user's instruction to the </a:t>
            </a:r>
            <a:r>
              <a:rPr lang="en-US" b="1">
                <a:latin typeface="+mn-lt"/>
                <a:ea typeface="+mn-ea"/>
                <a:cs typeface="+mn-lt"/>
              </a:rPr>
              <a:t>correct document element</a:t>
            </a:r>
            <a:r>
              <a:rPr lang="en-US">
                <a:latin typeface="+mn-lt"/>
                <a:ea typeface="+mn-ea"/>
                <a:cs typeface="+mn-lt"/>
              </a:rPr>
              <a:t>. </a:t>
            </a:r>
            <a:endParaRPr lang="en-US">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4" name="Picture 3"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6543" y="150068"/>
            <a:ext cx="5040016" cy="1259936"/>
          </a:xfrm>
        </p:spPr>
        <p:txBody>
          <a:bodyPr/>
          <a:lstStyle/>
          <a:p>
            <a:pPr algn="ctr"/>
            <a:r>
              <a:rPr lang="en-US" u="sng">
                <a:latin typeface="+mn-lt"/>
                <a:ea typeface="+mn-ea"/>
                <a:cs typeface="+mj-lt"/>
              </a:rPr>
              <a:t>PROPOSED </a:t>
            </a:r>
            <a:r>
              <a:rPr lang="en-US" u="sng">
                <a:latin typeface="+mn-lt"/>
                <a:ea typeface="+mn-ea"/>
              </a:rPr>
              <a:t>SYSTEM</a:t>
            </a:r>
            <a:endParaRPr lang="en-US" u="sng">
              <a:latin typeface="+mn-lt"/>
              <a:ea typeface="+mn-ea"/>
            </a:endParaRPr>
          </a:p>
        </p:txBody>
      </p:sp>
      <p:sp>
        <p:nvSpPr>
          <p:cNvPr id="3" name="Subtitle 2"/>
          <p:cNvSpPr>
            <a:spLocks noGrp="1"/>
          </p:cNvSpPr>
          <p:nvPr>
            <p:ph type="subTitle" idx="1"/>
          </p:nvPr>
        </p:nvSpPr>
        <p:spPr>
          <a:xfrm>
            <a:off x="1257764" y="1481143"/>
            <a:ext cx="9827907" cy="4447217"/>
          </a:xfrm>
        </p:spPr>
        <p:txBody>
          <a:bodyPr vert="horz" lIns="91440" tIns="45720" rIns="91440" bIns="45720" rtlCol="0" anchor="t">
            <a:normAutofit fontScale="60000"/>
          </a:bodyPr>
          <a:lstStyle/>
          <a:p>
            <a:pPr algn="just">
              <a:buChar char="•"/>
            </a:pPr>
            <a:r>
              <a:rPr lang="en-US" b="1">
                <a:latin typeface="+mn-lt"/>
                <a:ea typeface="+mn-ea"/>
                <a:cs typeface="+mn-lt"/>
              </a:rPr>
              <a:t>Document Parsing:</a:t>
            </a:r>
            <a:r>
              <a:rPr lang="en-US">
                <a:latin typeface="+mn-lt"/>
                <a:ea typeface="+mn-ea"/>
                <a:cs typeface="+mn-lt"/>
              </a:rPr>
              <a:t> Extract </a:t>
            </a:r>
            <a:r>
              <a:rPr lang="en-US" b="1">
                <a:latin typeface="+mn-lt"/>
                <a:ea typeface="+mn-ea"/>
                <a:cs typeface="+mn-lt"/>
              </a:rPr>
              <a:t>text, tables, images, charts, signatures, formatting and layout information</a:t>
            </a:r>
            <a:r>
              <a:rPr lang="en-US">
                <a:latin typeface="+mn-lt"/>
                <a:ea typeface="+mn-ea"/>
                <a:cs typeface="+mn-lt"/>
              </a:rPr>
              <a:t> from heterogeneous documents. </a:t>
            </a:r>
            <a:endParaRPr lang="en-US">
              <a:latin typeface="+mn-lt"/>
              <a:ea typeface="+mn-ea"/>
              <a:cs typeface="+mn-lt"/>
            </a:endParaRPr>
          </a:p>
          <a:p>
            <a:pPr algn="just">
              <a:buChar char="•"/>
            </a:pPr>
            <a:r>
              <a:rPr lang="en-US" b="1">
                <a:latin typeface="+mn-lt"/>
                <a:ea typeface="+mn-ea"/>
                <a:cs typeface="+mn-lt"/>
              </a:rPr>
              <a:t>Dual Representation:</a:t>
            </a:r>
            <a:r>
              <a:rPr lang="en-US">
                <a:latin typeface="+mn-lt"/>
                <a:ea typeface="+mn-ea"/>
                <a:cs typeface="+mn-lt"/>
              </a:rPr>
              <a:t> Maintain both </a:t>
            </a:r>
            <a:r>
              <a:rPr lang="en-US" b="1">
                <a:latin typeface="+mn-lt"/>
                <a:ea typeface="+mn-ea"/>
                <a:cs typeface="+mn-lt"/>
              </a:rPr>
              <a:t>structural</a:t>
            </a:r>
            <a:r>
              <a:rPr lang="en-US">
                <a:latin typeface="+mn-lt"/>
                <a:ea typeface="+mn-ea"/>
                <a:cs typeface="+mn-lt"/>
              </a:rPr>
              <a:t> and </a:t>
            </a:r>
            <a:r>
              <a:rPr lang="en-US" b="1">
                <a:latin typeface="+mn-lt"/>
                <a:ea typeface="+mn-ea"/>
                <a:cs typeface="+mn-lt"/>
              </a:rPr>
              <a:t>visual</a:t>
            </a:r>
            <a:r>
              <a:rPr lang="en-US">
                <a:latin typeface="+mn-lt"/>
                <a:ea typeface="+mn-ea"/>
                <a:cs typeface="+mn-lt"/>
              </a:rPr>
              <a:t> representations of the document. </a:t>
            </a:r>
            <a:endParaRPr lang="en-US">
              <a:latin typeface="+mn-lt"/>
              <a:ea typeface="+mn-ea"/>
              <a:cs typeface="+mn-lt"/>
            </a:endParaRPr>
          </a:p>
          <a:p>
            <a:pPr algn="just">
              <a:buChar char="•"/>
            </a:pPr>
            <a:r>
              <a:rPr lang="en-US" b="1">
                <a:latin typeface="+mn-lt"/>
                <a:ea typeface="+mn-ea"/>
                <a:cs typeface="+mn-lt"/>
              </a:rPr>
              <a:t>Multimodal Understanding:</a:t>
            </a:r>
            <a:r>
              <a:rPr lang="en-US">
                <a:latin typeface="+mn-lt"/>
                <a:ea typeface="+mn-ea"/>
                <a:cs typeface="+mn-lt"/>
              </a:rPr>
              <a:t> Apply deep learning models specialized for </a:t>
            </a:r>
            <a:r>
              <a:rPr lang="en-US" b="1">
                <a:latin typeface="+mn-lt"/>
                <a:ea typeface="+mn-ea"/>
                <a:cs typeface="+mn-lt"/>
              </a:rPr>
              <a:t>textual and visual document content</a:t>
            </a:r>
            <a:r>
              <a:rPr lang="en-US">
                <a:latin typeface="+mn-lt"/>
                <a:ea typeface="+mn-ea"/>
                <a:cs typeface="+mn-lt"/>
              </a:rPr>
              <a:t>. </a:t>
            </a:r>
            <a:endParaRPr lang="en-US">
              <a:latin typeface="+mn-lt"/>
              <a:ea typeface="+mn-ea"/>
              <a:cs typeface="+mn-lt"/>
            </a:endParaRPr>
          </a:p>
          <a:p>
            <a:pPr algn="just">
              <a:buChar char="•"/>
            </a:pPr>
            <a:r>
              <a:rPr lang="en-US" b="1">
                <a:latin typeface="+mn-lt"/>
                <a:ea typeface="+mn-ea"/>
                <a:cs typeface="+mn-lt"/>
              </a:rPr>
              <a:t>Cross-Modal Fusion:</a:t>
            </a:r>
            <a:r>
              <a:rPr lang="en-US">
                <a:latin typeface="+mn-lt"/>
                <a:ea typeface="+mn-ea"/>
                <a:cs typeface="+mn-lt"/>
              </a:rPr>
              <a:t> Combine information across modalities to identify </a:t>
            </a:r>
            <a:r>
              <a:rPr lang="en-US" b="1">
                <a:latin typeface="+mn-lt"/>
                <a:ea typeface="+mn-ea"/>
                <a:cs typeface="+mn-lt"/>
              </a:rPr>
              <a:t>semantic, contextual and spatial relationships</a:t>
            </a:r>
            <a:r>
              <a:rPr lang="en-US">
                <a:latin typeface="+mn-lt"/>
                <a:ea typeface="+mn-ea"/>
                <a:cs typeface="+mn-lt"/>
              </a:rPr>
              <a:t>. </a:t>
            </a:r>
            <a:endParaRPr lang="en-US">
              <a:latin typeface="+mn-lt"/>
              <a:ea typeface="+mn-ea"/>
            </a:endParaRPr>
          </a:p>
          <a:p>
            <a:pPr algn="just">
              <a:buChar char="•"/>
            </a:pPr>
            <a:r>
              <a:rPr lang="en-US" b="1">
                <a:latin typeface="+mn-lt"/>
                <a:ea typeface="+mn-ea"/>
                <a:cs typeface="+mn-lt"/>
              </a:rPr>
              <a:t>Unified Document Representation:</a:t>
            </a:r>
            <a:r>
              <a:rPr lang="en-US">
                <a:latin typeface="+mn-lt"/>
                <a:ea typeface="+mn-ea"/>
                <a:cs typeface="+mn-lt"/>
              </a:rPr>
              <a:t> Represent document elements along with their </a:t>
            </a:r>
            <a:r>
              <a:rPr lang="en-US" b="1">
                <a:latin typeface="+mn-lt"/>
                <a:ea typeface="+mn-ea"/>
                <a:cs typeface="+mn-lt"/>
              </a:rPr>
              <a:t>properties, locations and relationships</a:t>
            </a:r>
            <a:r>
              <a:rPr lang="en-US">
                <a:latin typeface="+mn-lt"/>
                <a:ea typeface="+mn-ea"/>
                <a:cs typeface="+mn-lt"/>
              </a:rPr>
              <a:t>. </a:t>
            </a:r>
            <a:endParaRPr lang="en-US">
              <a:latin typeface="+mn-lt"/>
              <a:ea typeface="+mn-ea"/>
              <a:cs typeface="+mn-lt"/>
            </a:endParaRPr>
          </a:p>
          <a:p>
            <a:pPr algn="just">
              <a:buChar char="•"/>
            </a:pPr>
            <a:r>
              <a:rPr lang="en-US" b="1">
                <a:latin typeface="+mn-lt"/>
                <a:ea typeface="+mn-ea"/>
                <a:cs typeface="+mn-lt"/>
              </a:rPr>
              <a:t>Intelligent Understanding:</a:t>
            </a:r>
            <a:r>
              <a:rPr lang="en-US">
                <a:latin typeface="+mn-lt"/>
                <a:ea typeface="+mn-ea"/>
                <a:cs typeface="+mn-lt"/>
              </a:rPr>
              <a:t> Support document </a:t>
            </a:r>
            <a:r>
              <a:rPr lang="en-US" b="1">
                <a:latin typeface="+mn-lt"/>
                <a:ea typeface="+mn-ea"/>
                <a:cs typeface="+mn-lt"/>
              </a:rPr>
              <a:t>question answering, analysis, information retrieval and evidence-based reasoning</a:t>
            </a:r>
            <a:r>
              <a:rPr lang="en-US">
                <a:latin typeface="+mn-lt"/>
                <a:ea typeface="+mn-ea"/>
                <a:cs typeface="+mn-lt"/>
              </a:rPr>
              <a:t>. </a:t>
            </a:r>
            <a:endParaRPr lang="en-US">
              <a:latin typeface="+mn-lt"/>
              <a:ea typeface="+mn-ea"/>
              <a:cs typeface="+mn-lt"/>
            </a:endParaRPr>
          </a:p>
          <a:p>
            <a:pPr algn="just">
              <a:buChar char="•"/>
            </a:pPr>
            <a:r>
              <a:rPr lang="en-US" b="1">
                <a:latin typeface="+mn-lt"/>
                <a:ea typeface="+mn-ea"/>
                <a:cs typeface="+mn-lt"/>
              </a:rPr>
              <a:t>Grounded Manipulation:</a:t>
            </a:r>
            <a:r>
              <a:rPr lang="en-US">
                <a:latin typeface="+mn-lt"/>
                <a:ea typeface="+mn-ea"/>
                <a:cs typeface="+mn-lt"/>
              </a:rPr>
              <a:t> Convert natural-language instructions into </a:t>
            </a:r>
            <a:r>
              <a:rPr lang="en-US" b="1">
                <a:latin typeface="+mn-lt"/>
                <a:ea typeface="+mn-ea"/>
                <a:cs typeface="+mn-lt"/>
              </a:rPr>
              <a:t>structured document operations</a:t>
            </a:r>
            <a:r>
              <a:rPr lang="en-US">
                <a:latin typeface="+mn-lt"/>
                <a:ea typeface="+mn-ea"/>
                <a:cs typeface="+mn-lt"/>
              </a:rPr>
              <a:t>, identify the correct target elements, validate the operation and apply the modification. </a:t>
            </a:r>
            <a:endParaRPr lang="en-US">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4" name="Picture 3"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5493" y="149613"/>
            <a:ext cx="7529216" cy="1259936"/>
          </a:xfrm>
        </p:spPr>
        <p:txBody>
          <a:bodyPr/>
          <a:lstStyle/>
          <a:p>
            <a:pPr algn="ctr"/>
            <a:r>
              <a:rPr lang="en-US" altLang="en-US" u="sng">
                <a:latin typeface="+mn-lt"/>
                <a:ea typeface="+mn-ea"/>
              </a:rPr>
              <a:t>METHODOLOGY AND MODULES</a:t>
            </a:r>
            <a:endParaRPr lang="en-US" altLang="en-US" u="sng">
              <a:latin typeface="+mn-lt"/>
              <a:ea typeface="+mn-ea"/>
            </a:endParaRPr>
          </a:p>
        </p:txBody>
      </p:sp>
      <p:sp>
        <p:nvSpPr>
          <p:cNvPr id="3" name="Subtitle 2"/>
          <p:cNvSpPr>
            <a:spLocks noGrp="1"/>
          </p:cNvSpPr>
          <p:nvPr>
            <p:ph type="subTitle" idx="1"/>
          </p:nvPr>
        </p:nvSpPr>
        <p:spPr>
          <a:xfrm>
            <a:off x="1176484" y="1491303"/>
            <a:ext cx="9929507" cy="4325297"/>
          </a:xfrm>
        </p:spPr>
        <p:txBody>
          <a:bodyPr vert="horz" lIns="91440" tIns="45720" rIns="91440" bIns="45720" rtlCol="0" anchor="t">
            <a:noAutofit/>
          </a:bodyPr>
          <a:lstStyle/>
          <a:p>
            <a:pPr marL="285750" indent="-285750" algn="l">
              <a:buFont typeface="Arial" panose="020B0704020202020204"/>
              <a:buChar char="•"/>
            </a:pPr>
            <a:r>
              <a:rPr lang="en-US" sz="1400" b="1">
                <a:latin typeface="+mn-lt"/>
                <a:ea typeface="+mn-ea"/>
                <a:cs typeface="+mn-lt"/>
              </a:rPr>
              <a:t>Document Input &amp; Parsing:  Process heterogeneous documents and extract text, tables, images, charts, signatures, layout and formatting information. </a:t>
            </a:r>
            <a:endParaRPr lang="en-US" sz="1400">
              <a:latin typeface="+mn-lt"/>
              <a:ea typeface="+mn-ea"/>
            </a:endParaRPr>
          </a:p>
          <a:p>
            <a:pPr marL="285750" indent="-285750" algn="l">
              <a:buFont typeface="Arial" panose="020B0704020202020204"/>
              <a:buChar char="•"/>
            </a:pPr>
            <a:r>
              <a:rPr lang="en-US" sz="1400" b="1">
                <a:latin typeface="+mn-lt"/>
                <a:ea typeface="+mn-ea"/>
                <a:cs typeface="+mn-lt"/>
              </a:rPr>
              <a:t>Dual Representation : Create complementary structural</a:t>
            </a:r>
            <a:r>
              <a:rPr lang="en-US" sz="1400">
                <a:latin typeface="+mn-lt"/>
                <a:ea typeface="+mn-ea"/>
                <a:cs typeface="+mn-lt"/>
              </a:rPr>
              <a:t> and </a:t>
            </a:r>
            <a:r>
              <a:rPr lang="en-US" sz="1400" b="1">
                <a:latin typeface="+mn-lt"/>
                <a:ea typeface="+mn-ea"/>
                <a:cs typeface="+mn-lt"/>
              </a:rPr>
              <a:t>visual</a:t>
            </a:r>
            <a:r>
              <a:rPr lang="en-US" sz="1400">
                <a:latin typeface="+mn-lt"/>
                <a:ea typeface="+mn-ea"/>
                <a:cs typeface="+mn-lt"/>
              </a:rPr>
              <a:t> representations while preserving element locations and metadata. </a:t>
            </a:r>
            <a:endParaRPr lang="en-US" sz="1400">
              <a:latin typeface="+mn-lt"/>
              <a:ea typeface="+mn-ea"/>
            </a:endParaRPr>
          </a:p>
          <a:p>
            <a:pPr marL="285750" indent="-285750" algn="l">
              <a:buFont typeface="Arial" panose="020B0704020202020204"/>
              <a:buChar char="•"/>
            </a:pPr>
            <a:r>
              <a:rPr lang="en-US" sz="1400" b="1">
                <a:latin typeface="+mn-lt"/>
                <a:ea typeface="+mn-ea"/>
                <a:cs typeface="+mn-lt"/>
              </a:rPr>
              <a:t>Multimodal Understanding : Encode textual and visual information and perform cross-modal fusion</a:t>
            </a:r>
            <a:r>
              <a:rPr lang="en-US" sz="1400">
                <a:latin typeface="+mn-lt"/>
                <a:ea typeface="+mn-ea"/>
                <a:cs typeface="+mn-lt"/>
              </a:rPr>
              <a:t> to capture semantic and spatial relationships. </a:t>
            </a:r>
            <a:endParaRPr lang="en-US" sz="1400">
              <a:latin typeface="+mn-lt"/>
              <a:ea typeface="+mn-ea"/>
            </a:endParaRPr>
          </a:p>
          <a:p>
            <a:pPr marL="285750" indent="-285750" algn="l">
              <a:buFont typeface="Arial" panose="020B0704020202020204"/>
              <a:buChar char="•"/>
            </a:pPr>
            <a:r>
              <a:rPr lang="en-US" sz="1400" b="1">
                <a:latin typeface="+mn-lt"/>
                <a:ea typeface="+mn-ea"/>
                <a:cs typeface="+mn-lt"/>
              </a:rPr>
              <a:t>Unified Document Modeling : Construct a structured representation of document elements, their properties and relationships. </a:t>
            </a:r>
            <a:endParaRPr lang="en-US" sz="1400">
              <a:latin typeface="+mn-lt"/>
              <a:ea typeface="+mn-ea"/>
            </a:endParaRPr>
          </a:p>
          <a:p>
            <a:pPr marL="285750" indent="-285750" algn="l">
              <a:buFont typeface="Arial" panose="020B0704020202020204"/>
              <a:buChar char="•"/>
            </a:pPr>
            <a:r>
              <a:rPr lang="en-US" sz="1400" b="1">
                <a:latin typeface="+mn-lt"/>
                <a:ea typeface="+mn-ea"/>
                <a:cs typeface="+mn-lt"/>
              </a:rPr>
              <a:t>Document Understanding : Perform question answering, information retrieval, summarization, analysis and cross-modal reasoning. </a:t>
            </a:r>
            <a:endParaRPr lang="en-US" sz="1400">
              <a:latin typeface="+mn-lt"/>
              <a:ea typeface="+mn-ea"/>
            </a:endParaRPr>
          </a:p>
          <a:p>
            <a:pPr marL="285750" indent="-285750" algn="l">
              <a:buFont typeface="Arial" panose="020B0704020202020204"/>
              <a:buChar char="•"/>
            </a:pPr>
            <a:r>
              <a:rPr lang="en-US" sz="1400" b="1">
                <a:latin typeface="+mn-lt"/>
                <a:ea typeface="+mn-ea"/>
                <a:cs typeface="+mn-lt"/>
              </a:rPr>
              <a:t>Document Manipulation : Interpret natural-language instructions, identify the target element, generate a structured operation and apply validated changes. </a:t>
            </a:r>
            <a:endParaRPr lang="en-US" sz="1400">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pic>
        <p:nvPicPr>
          <p:cNvPr id="4" name="Picture 3"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2011619" y="149852"/>
            <a:ext cx="7529216" cy="1259936"/>
          </a:xfrm>
        </p:spPr>
        <p:txBody>
          <a:bodyPr/>
          <a:lstStyle/>
          <a:p>
            <a:pPr algn="ctr"/>
            <a:r>
              <a:rPr lang="en-US" altLang="en-US" u="sng">
                <a:latin typeface="+mn-lt"/>
                <a:ea typeface="+mn-ea"/>
                <a:sym typeface="+mn-ea"/>
              </a:rPr>
              <a:t>METHODOLOGY AND MODULES</a:t>
            </a:r>
            <a:endParaRPr lang="en-US">
              <a:latin typeface="+mn-lt"/>
              <a:ea typeface="+mn-ea"/>
            </a:endParaRPr>
          </a:p>
        </p:txBody>
      </p:sp>
      <p:sp>
        <p:nvSpPr>
          <p:cNvPr id="18" name="Slide Number Placeholder 17"/>
          <p:cNvSpPr>
            <a:spLocks noGrp="1"/>
          </p:cNvSpPr>
          <p:nvPr>
            <p:ph type="sldNum" sz="quarter" idx="12"/>
          </p:nvPr>
        </p:nvSpPr>
        <p:spPr/>
        <p:txBody>
          <a:bodyPr/>
          <a:lstStyle/>
          <a:p>
            <a:endParaRPr lang="en-US" smtClean="0">
              <a:latin typeface="+mn-lt"/>
            </a:endParaRPr>
          </a:p>
        </p:txBody>
      </p:sp>
      <p:graphicFrame>
        <p:nvGraphicFramePr>
          <p:cNvPr id="5" name="Table 4"/>
          <p:cNvGraphicFramePr>
            <a:graphicFrameLocks noGrp="1"/>
          </p:cNvGraphicFramePr>
          <p:nvPr/>
        </p:nvGraphicFramePr>
        <p:xfrm>
          <a:off x="1309404" y="2362612"/>
          <a:ext cx="9387839" cy="3291840"/>
        </p:xfrm>
        <a:graphic>
          <a:graphicData uri="http://schemas.openxmlformats.org/drawingml/2006/table">
            <a:tbl>
              <a:tblPr bandRow="1">
                <a:tableStyleId>{5FD0F851-EC5A-4D38-B0AD-8093EC10F338}</a:tableStyleId>
              </a:tblPr>
              <a:tblGrid>
                <a:gridCol w="3043224"/>
                <a:gridCol w="6344615"/>
              </a:tblGrid>
              <a:tr h="0">
                <a:tc>
                  <a:txBody>
                    <a:bodyPr/>
                    <a:lstStyle/>
                    <a:p>
                      <a:pPr>
                        <a:buNone/>
                      </a:pPr>
                      <a:r>
                        <a:rPr lang="en-US" sz="1400" b="1"/>
                        <a:t>Module</a:t>
                      </a:r>
                      <a:endParaRPr lang="en-US" sz="1400" b="1"/>
                    </a:p>
                  </a:txBody>
                  <a:tcPr anchor="ctr"/>
                </a:tc>
                <a:tc>
                  <a:txBody>
                    <a:bodyPr/>
                    <a:lstStyle/>
                    <a:p>
                      <a:pPr>
                        <a:buNone/>
                      </a:pPr>
                      <a:r>
                        <a:rPr lang="en-US" sz="1400"/>
                        <a:t>Main Function</a:t>
                      </a:r>
                      <a:endParaRPr lang="en-US" sz="1400"/>
                    </a:p>
                  </a:txBody>
                  <a:tcPr anchor="ctr"/>
                </a:tc>
              </a:tr>
              <a:tr h="0">
                <a:tc>
                  <a:txBody>
                    <a:bodyPr/>
                    <a:lstStyle/>
                    <a:p>
                      <a:pPr>
                        <a:buNone/>
                      </a:pPr>
                      <a:r>
                        <a:rPr lang="en-US" sz="1400" b="1"/>
                        <a:t>Document Parser</a:t>
                      </a:r>
                      <a:endParaRPr lang="en-US" sz="1400" b="1"/>
                    </a:p>
                  </a:txBody>
                  <a:tcPr anchor="ctr"/>
                </a:tc>
                <a:tc>
                  <a:txBody>
                    <a:bodyPr/>
                    <a:lstStyle/>
                    <a:p>
                      <a:pPr>
                        <a:buNone/>
                      </a:pPr>
                      <a:r>
                        <a:rPr lang="en-US" sz="1400"/>
                        <a:t>Extract document content and structure</a:t>
                      </a:r>
                      <a:endParaRPr lang="en-US" sz="1400"/>
                    </a:p>
                  </a:txBody>
                  <a:tcPr anchor="ctr"/>
                </a:tc>
              </a:tr>
              <a:tr h="0">
                <a:tc>
                  <a:txBody>
                    <a:bodyPr/>
                    <a:lstStyle/>
                    <a:p>
                      <a:pPr>
                        <a:buNone/>
                      </a:pPr>
                      <a:r>
                        <a:rPr lang="en-US" sz="1400" b="1"/>
                        <a:t>Structural Representation</a:t>
                      </a:r>
                      <a:endParaRPr lang="en-US" sz="1400" b="1"/>
                    </a:p>
                  </a:txBody>
                  <a:tcPr anchor="ctr"/>
                </a:tc>
                <a:tc>
                  <a:txBody>
                    <a:bodyPr/>
                    <a:lstStyle/>
                    <a:p>
                      <a:pPr>
                        <a:buNone/>
                      </a:pPr>
                      <a:r>
                        <a:rPr lang="en-US" sz="1400"/>
                        <a:t>Represent text, tables, layout, styles and relationships</a:t>
                      </a:r>
                      <a:endParaRPr lang="en-US" sz="1400"/>
                    </a:p>
                  </a:txBody>
                  <a:tcPr anchor="ctr"/>
                </a:tc>
              </a:tr>
              <a:tr h="0">
                <a:tc>
                  <a:txBody>
                    <a:bodyPr/>
                    <a:lstStyle/>
                    <a:p>
                      <a:pPr>
                        <a:buNone/>
                      </a:pPr>
                      <a:r>
                        <a:rPr lang="en-US" sz="1400" b="1"/>
                        <a:t>Visual Representation</a:t>
                      </a:r>
                      <a:endParaRPr lang="en-US" sz="1400" b="1"/>
                    </a:p>
                  </a:txBody>
                  <a:tcPr anchor="ctr"/>
                </a:tc>
                <a:tc>
                  <a:txBody>
                    <a:bodyPr/>
                    <a:lstStyle/>
                    <a:p>
                      <a:pPr>
                        <a:buNone/>
                      </a:pPr>
                      <a:r>
                        <a:rPr lang="en-US" sz="1400"/>
                        <a:t>Represent page visuals, charts, images and signatures</a:t>
                      </a:r>
                      <a:endParaRPr lang="en-US" sz="1400"/>
                    </a:p>
                  </a:txBody>
                  <a:tcPr anchor="ctr"/>
                </a:tc>
              </a:tr>
              <a:tr h="0">
                <a:tc>
                  <a:txBody>
                    <a:bodyPr/>
                    <a:lstStyle/>
                    <a:p>
                      <a:pPr>
                        <a:buNone/>
                      </a:pPr>
                      <a:r>
                        <a:rPr lang="en-US" sz="1400" b="1"/>
                        <a:t>Multimodal Fusion</a:t>
                      </a:r>
                      <a:endParaRPr lang="en-US" sz="1400" b="1"/>
                    </a:p>
                  </a:txBody>
                  <a:tcPr anchor="ctr"/>
                </a:tc>
                <a:tc>
                  <a:txBody>
                    <a:bodyPr/>
                    <a:lstStyle/>
                    <a:p>
                      <a:pPr>
                        <a:buNone/>
                      </a:pPr>
                      <a:r>
                        <a:rPr lang="en-US" sz="1400"/>
                        <a:t>Combine information across modalities</a:t>
                      </a:r>
                      <a:endParaRPr lang="en-US" sz="1400"/>
                    </a:p>
                  </a:txBody>
                  <a:tcPr anchor="ctr"/>
                </a:tc>
              </a:tr>
              <a:tr h="0">
                <a:tc>
                  <a:txBody>
                    <a:bodyPr/>
                    <a:lstStyle/>
                    <a:p>
                      <a:pPr>
                        <a:buNone/>
                      </a:pPr>
                      <a:r>
                        <a:rPr lang="en-US" sz="1400" b="1"/>
                        <a:t>Unified Document Model</a:t>
                      </a:r>
                      <a:endParaRPr lang="en-US" sz="1400" b="1"/>
                    </a:p>
                  </a:txBody>
                  <a:tcPr anchor="ctr"/>
                </a:tc>
                <a:tc>
                  <a:txBody>
                    <a:bodyPr/>
                    <a:lstStyle/>
                    <a:p>
                      <a:pPr>
                        <a:buNone/>
                      </a:pPr>
                      <a:r>
                        <a:rPr lang="en-US" sz="1400"/>
                        <a:t>Maintain elements, properties, locations and relationships</a:t>
                      </a:r>
                      <a:endParaRPr lang="en-US" sz="1400"/>
                    </a:p>
                  </a:txBody>
                  <a:tcPr anchor="ctr"/>
                </a:tc>
              </a:tr>
              <a:tr h="0">
                <a:tc>
                  <a:txBody>
                    <a:bodyPr/>
                    <a:lstStyle/>
                    <a:p>
                      <a:pPr>
                        <a:buNone/>
                      </a:pPr>
                      <a:r>
                        <a:rPr lang="en-US" sz="1400" b="1"/>
                        <a:t>Understanding Module</a:t>
                      </a:r>
                      <a:endParaRPr lang="en-US" sz="1400" b="1"/>
                    </a:p>
                  </a:txBody>
                  <a:tcPr anchor="ctr"/>
                </a:tc>
                <a:tc>
                  <a:txBody>
                    <a:bodyPr/>
                    <a:lstStyle/>
                    <a:p>
                      <a:pPr>
                        <a:buNone/>
                      </a:pPr>
                      <a:r>
                        <a:rPr lang="en-US" sz="1400"/>
                        <a:t>QA, retrieval, summarization and analysis</a:t>
                      </a:r>
                      <a:endParaRPr lang="en-US" sz="1400"/>
                    </a:p>
                  </a:txBody>
                  <a:tcPr anchor="ctr"/>
                </a:tc>
              </a:tr>
              <a:tr h="0">
                <a:tc>
                  <a:txBody>
                    <a:bodyPr/>
                    <a:lstStyle/>
                    <a:p>
                      <a:pPr>
                        <a:buNone/>
                      </a:pPr>
                      <a:r>
                        <a:rPr lang="en-US" sz="1400" b="1"/>
                        <a:t>Manipulation Module</a:t>
                      </a:r>
                      <a:endParaRPr lang="en-US" sz="1400" b="1"/>
                    </a:p>
                  </a:txBody>
                  <a:tcPr anchor="ctr"/>
                </a:tc>
                <a:tc>
                  <a:txBody>
                    <a:bodyPr/>
                    <a:lstStyle/>
                    <a:p>
                      <a:pPr>
                        <a:buNone/>
                      </a:pPr>
                      <a:r>
                        <a:rPr lang="en-US" sz="1400"/>
                        <a:t>Instruction interpretation and operation planning</a:t>
                      </a:r>
                      <a:endParaRPr lang="en-US" sz="1400"/>
                    </a:p>
                  </a:txBody>
                  <a:tcPr marL="45720" marR="45720" anchor="ctr"/>
                </a:tc>
              </a:tr>
              <a:tr h="0">
                <a:tc>
                  <a:txBody>
                    <a:bodyPr/>
                    <a:lstStyle/>
                    <a:p>
                      <a:pPr>
                        <a:buNone/>
                      </a:pPr>
                      <a:r>
                        <a:rPr lang="en-US" sz="1400" b="1"/>
                        <a:t>Validation &amp; Execution</a:t>
                      </a:r>
                      <a:endParaRPr lang="en-US" sz="1400" b="1"/>
                    </a:p>
                  </a:txBody>
                  <a:tcPr anchor="ctr"/>
                </a:tc>
                <a:tc>
                  <a:txBody>
                    <a:bodyPr/>
                    <a:lstStyle/>
                    <a:p>
                      <a:pPr>
                        <a:buNone/>
                      </a:pPr>
                      <a:r>
                        <a:rPr lang="en-US" sz="1400"/>
                        <a:t>Verify and apply document modifications</a:t>
                      </a:r>
                      <a:endParaRPr lang="en-US" sz="1400"/>
                    </a:p>
                  </a:txBody>
                  <a:tcPr anchor="ctr"/>
                </a:tc>
              </a:tr>
            </a:tbl>
          </a:graphicData>
        </a:graphic>
      </p:graphicFrame>
      <p:pic>
        <p:nvPicPr>
          <p:cNvPr id="3" name="Picture 2" descr="WhatsApp_Image_2026-09-09_at_9.53.27_AM-removebg-preview"/>
          <p:cNvPicPr>
            <a:picLocks noChangeAspect="1"/>
          </p:cNvPicPr>
          <p:nvPr/>
        </p:nvPicPr>
        <p:blipFill>
          <a:blip r:embed="rId1"/>
          <a:stretch>
            <a:fillRect/>
          </a:stretch>
        </p:blipFill>
        <p:spPr>
          <a:xfrm>
            <a:off x="9725025" y="149860"/>
            <a:ext cx="2135505" cy="763270"/>
          </a:xfrm>
          <a:prstGeom prst="rect">
            <a:avLst/>
          </a:prstGeom>
        </p:spPr>
      </p:pic>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5.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0.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9.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3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0.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9.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6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71.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90"/>
</p:tagLst>
</file>

<file path=ppt/tags/tag7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9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9.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90"/>
</p:tagLst>
</file>

<file path=ppt/tags/tag80.xml><?xml version="1.0" encoding="utf-8"?>
<p:tagLst xmlns:p="http://schemas.openxmlformats.org/presentationml/2006/main">
  <p:tag name="KSO_WM_UNIT_INDEX" val="4"/>
  <p:tag name="KSO_WM_UNIT_TYPE" val="i"/>
  <p:tag name="KSO_WM_BEAUTIFY_FLAG" val="#wm#"/>
</p:tagLst>
</file>

<file path=ppt/tags/tag81.xml><?xml version="1.0" encoding="utf-8"?>
<p:tagLst xmlns:p="http://schemas.openxmlformats.org/presentationml/2006/main">
  <p:tag name="KSO_WM_UNIT_INDEX" val="2"/>
  <p:tag name="KSO_WM_UNIT_TYPE" val="β"/>
  <p:tag name="KSO_WM_BEAUTIFY_FLAG" val="#wm#"/>
  <p:tag name="TABLE_ENDDRAG_ORIGIN_RECT" val="510*177"/>
  <p:tag name="TABLE_ENDDRAG_RECT" val="205*237*510*177"/>
</p:tagLst>
</file>

<file path=ppt/tags/tag82.xml><?xml version="1.0" encoding="utf-8"?>
<p:tagLst xmlns:p="http://schemas.openxmlformats.org/presentationml/2006/main">
  <p:tag name="KSO_WM_UNIT_INDEX" val="3"/>
  <p:tag name="KSO_WM_UNIT_TYPE" val="f"/>
  <p:tag name="KSO_WM_UNIT_SUBTYPE" val="a"/>
  <p:tag name="KSO_WM_BEAUTIFY_FLAG" val="#wm#"/>
</p:tagLst>
</file>

<file path=ppt/tags/tag8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84.xml><?xml version="1.0" encoding="utf-8"?>
<p:tagLst xmlns:p="http://schemas.openxmlformats.org/presentationml/2006/main">
  <p:tag name="KSO_WM_SLIDE_TYPE" val="text"/>
  <p:tag name="KSO_WM_BEAUTIFY_FLAG" val="#wm#"/>
  <p:tag name="KSO_WM_SLIDE_THEME_ID" val="3312678"/>
  <p:tag name="KSO_WM_SLIDE_THEME_NAME" val="Red Minimalist"/>
</p:tagLst>
</file>

<file path=ppt/theme/theme1.xml><?xml version="1.0" encoding="utf-8"?>
<a:theme xmlns:a="http://schemas.openxmlformats.org/drawingml/2006/main" name="Hue stack">
  <a:themeElements>
    <a:clrScheme name="Custom 23">
      <a:dk1>
        <a:sysClr val="windowText" lastClr="000000"/>
      </a:dk1>
      <a:lt1>
        <a:sysClr val="window" lastClr="FFFFFF"/>
      </a:lt1>
      <a:dk2>
        <a:srgbClr val="2E2E36"/>
      </a:dk2>
      <a:lt2>
        <a:srgbClr val="FAF8F2"/>
      </a:lt2>
      <a:accent1>
        <a:srgbClr val="4965AF"/>
      </a:accent1>
      <a:accent2>
        <a:srgbClr val="94ABEB"/>
      </a:accent2>
      <a:accent3>
        <a:srgbClr val="EA8AC8"/>
      </a:accent3>
      <a:accent4>
        <a:srgbClr val="979931"/>
      </a:accent4>
      <a:accent5>
        <a:srgbClr val="F07D5D"/>
      </a:accent5>
      <a:accent6>
        <a:srgbClr val="79B99B"/>
      </a:accent6>
      <a:hlink>
        <a:srgbClr val="EC572E"/>
      </a:hlink>
      <a:folHlink>
        <a:srgbClr val="4965AF"/>
      </a:folHlink>
    </a:clrScheme>
    <a:fontScheme name="Custom 16">
      <a:majorFont>
        <a:latin typeface="Raleway Medium"/>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12">
      <a:dk1>
        <a:srgbClr val="000000"/>
      </a:dk1>
      <a:lt1>
        <a:srgbClr val="FFFFFF"/>
      </a:lt1>
      <a:dk2>
        <a:srgbClr val="61514D"/>
      </a:dk2>
      <a:lt2>
        <a:srgbClr val="E7E6E6"/>
      </a:lt2>
      <a:accent1>
        <a:srgbClr val="E03835"/>
      </a:accent1>
      <a:accent2>
        <a:srgbClr val="E65235"/>
      </a:accent2>
      <a:accent3>
        <a:srgbClr val="EC6C36"/>
      </a:accent3>
      <a:accent4>
        <a:srgbClr val="F38736"/>
      </a:accent4>
      <a:accent5>
        <a:srgbClr val="F9A137"/>
      </a:accent5>
      <a:accent6>
        <a:srgbClr val="FFB31F"/>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3">
                <a:lumMod val="80000"/>
                <a:lumOff val="20000"/>
              </a:schemeClr>
            </a:gs>
            <a:gs pos="50000">
              <a:schemeClr val="accent2"/>
            </a:gs>
            <a:gs pos="100000">
              <a:schemeClr val="accent1"/>
            </a:gs>
          </a:gsLst>
          <a:lin ang="10800000" scaled="0"/>
        </a:gradFill>
        <a:ln w="28575">
          <a:noFill/>
        </a:ln>
      </a:spPr>
      <a:bodyPr vertOverflow="overflow" horzOverflow="overflow" vert="horz" wrap="square" numCol="1" spcCol="0" rtlCol="0" fromWordArt="0" anchor="ctr" anchorCtr="0" forceAA="0" compatLnSpc="1">
        <a:noAutofit/>
      </a:bodyP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lang="en-US" b="1">
            <a:gradFill>
              <a:gsLst>
                <a:gs pos="0">
                  <a:schemeClr val="accent2">
                    <a:lumMod val="70000"/>
                    <a:lumOff val="30000"/>
                  </a:schemeClr>
                </a:gs>
                <a:gs pos="35000">
                  <a:schemeClr val="accent2"/>
                </a:gs>
                <a:gs pos="100000">
                  <a:schemeClr val="accent1"/>
                </a:gs>
              </a:gsLst>
              <a:lin ang="30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87.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ma:contentTypeDescription="Create a new document." ma:contentTypeName="Document" ma:contentTypeID="0x01010079F111ED35F8CC479449609E8A0923A6" ma:versionID="0635a23c60cc3de58ab4c1efc88efc6e" ct:_="" ma:_="" ma:contentTypeVersion="32" ma:contentTypeScope="">
  <xsd:schema xmlns:ns1="http://schemas.microsoft.com/sharepoint/v3" xmlns:ns2="71af3243-3dd4-4a8d-8c0d-dd76da1f02a5" xmlns:ns3="16c05727-aa75-4e4a-9b5f-8a80a1165891" xmlns:ns4="230e9df3-be65-4c73-a93b-d1236ebd677e" xmlns:xsd="http://www.w3.org/2001/XMLSchema" xmlns:p="http://schemas.microsoft.com/office/2006/metadata/properties" xmlns:xs="http://www.w3.org/2001/XMLSchema" ns1:_="" ns3:_="" targetNamespace="http://schemas.microsoft.com/office/2006/metadata/properties" ma:fieldsID="b2ec4e1d644ed04c8d3fd0ef60d056a4" ns2:_="" ns4:_="" ma:root="true">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minOccurs="0" ref="ns2:Status"/>
                <xsd:element minOccurs="0" ref="ns2:Image"/>
                <xsd:element minOccurs="0" ref="ns2:MediaServiceMetadata"/>
                <xsd:element minOccurs="0" ref="ns2:MediaServiceFastMetadata"/>
                <xsd:element minOccurs="0" ref="ns2:MediaServiceOCR"/>
                <xsd:element minOccurs="0" ref="ns2:MediaServiceAutoTags"/>
                <xsd:element minOccurs="0" ref="ns2:MediaServiceEventHashCode"/>
                <xsd:element minOccurs="0" ref="ns2:MediaServiceGenerationTime"/>
                <xsd:element minOccurs="0" ref="ns3:SharedWithUsers"/>
                <xsd:element minOccurs="0" ref="ns3:SharedWithDetails"/>
                <xsd:element minOccurs="0" ref="ns2:MediaServiceAutoKeyPoints"/>
                <xsd:element minOccurs="0" ref="ns2:MediaServiceKeyPoints"/>
                <xsd:element minOccurs="0" ref="ns2:MediaServiceDateTaken"/>
                <xsd:element minOccurs="0" ref="ns1:_ip_UnifiedCompliancePolicyProperties"/>
                <xsd:element minOccurs="0" ref="ns1:_ip_UnifiedCompliancePolicyUIAction"/>
                <xsd:element minOccurs="0" ref="ns4:TaxCatchAll"/>
                <xsd:element minOccurs="0" ref="ns2:ImageTagsTaxHTField"/>
                <xsd:element minOccurs="0" ref="ns2:MediaServiceLocation"/>
                <xsd:element minOccurs="0" ref="ns2:MediaLengthInSeconds"/>
                <xsd:element minOccurs="0" ref="ns2:Background"/>
                <xsd:element minOccurs="0" ref="ns2:MediaServiceSearchProperties"/>
                <xsd:element minOccurs="0" ref="ns2:MediaServiceDocTags"/>
                <xsd:element minOccurs="0" ref="ns2:MediaServiceObjectDetectorVersions"/>
                <xsd:element minOccurs="0" ref="ns2:MediaServiceSystemTags"/>
                <xsd:element minOccurs="0" ref="ns2:MediaServiceBillingMetadata"/>
                <xsd:element minOccurs="0" ref="ns2:HasDigitalSignature"/>
                <xsd:element minOccurs="0" ref="ns2:DigitalSignatureProvider"/>
              </xsd:all>
            </xsd:complexType>
          </xsd:element>
        </xsd:sequence>
      </xsd:complexType>
    </xsd:element>
  </xsd:schema>
  <xsd:schema xmlns:pc="http://schemas.microsoft.com/office/infopath/2007/PartnerControls" xmlns:xsd="http://www.w3.org/2001/XMLSchema" xmlns:xs="http://www.w3.org/2001/XMLSchema" xmlns:dms="http://schemas.microsoft.com/office/2006/documentManagement/types" elementFormDefault="qualified" targetNamespace="http://schemas.microsoft.com/sharepoint/v3">
    <xsd:import namespace="http://schemas.microsoft.com/office/2006/documentManagement/types"/>
    <xsd:import namespace="http://schemas.microsoft.com/office/infopath/2007/PartnerControls"/>
    <xsd:element nillable="true" name="_ip_UnifiedCompliancePolicyProperties" ma:displayName="Unified Compliance Policy Properties" ma:index="20" ma:hidden="true" ma:readOnly="false" ma:internalName="_ip_UnifiedCompliancePolicyProperties">
      <xsd:simpleType>
        <xsd:restriction base="dms:Note"/>
      </xsd:simpleType>
    </xsd:element>
    <xsd:element nillable="true" name="_ip_UnifiedCompliancePolicyUIAction" ma:displayName="Unified Compliance Policy UI Action" ma:index="21" ma:hidden="true" ma:readOnly="false" ma:internalName="_ip_UnifiedCompliancePolicyUIAction">
      <xsd:simpleType>
        <xsd:restriction base="dms:Text"/>
      </xsd:simpleType>
    </xsd:element>
  </xsd:schema>
  <xsd:schema xmlns:pc="http://schemas.microsoft.com/office/infopath/2007/PartnerControls" xmlns:xsd="http://www.w3.org/2001/XMLSchema" xmlns:xs="http://www.w3.org/2001/XMLSchema" xmlns:dms="http://schemas.microsoft.com/office/2006/documentManagement/types" elementFormDefault="qualified" targetNamespace="71af3243-3dd4-4a8d-8c0d-dd76da1f02a5">
    <xsd:import namespace="http://schemas.microsoft.com/office/2006/documentManagement/types"/>
    <xsd:import namespace="http://schemas.microsoft.com/office/infopath/2007/PartnerControls"/>
    <xsd:element nillable="true" name="Status" ma:displayName="Status" ma:format="Dropdown" ma:default="Not started" ma:index="2" ma:hidden="true" ma:readOnly="false" ma:internalName="Status">
      <xsd:simpleType>
        <xsd:restriction base="dms:Choice">
          <xsd:enumeration value="Not started"/>
          <xsd:enumeration value="In Progress"/>
          <xsd:enumeration value="Completed"/>
        </xsd:restriction>
      </xsd:simpleType>
    </xsd:element>
    <xsd:element nillable="true" name="Image" ma:displayName="Image" ma:format="Image" ma:index="3" ma:hidden="true" ma:readOnly="false" ma:internalName="Image">
      <xsd:complexType>
        <xsd:complexContent>
          <xsd:extension base="dms:URL">
            <xsd:sequence>
              <xsd:element nillable="true" name="Url" type="dms:ValidUrl" minOccurs="0"/>
              <xsd:element nillable="true" name="Description" type="xsd:string"/>
            </xsd:sequence>
          </xsd:extension>
        </xsd:complexContent>
      </xsd:complexType>
    </xsd:element>
    <xsd:element nillable="true" name="MediaServiceMetadata" ma:displayName="MediaServiceMetadata" ma:index="8" ma:hidden="true" ma:readOnly="true" ma:internalName="MediaServiceMetadata">
      <xsd:simpleType>
        <xsd:restriction base="dms:Note"/>
      </xsd:simpleType>
    </xsd:element>
    <xsd:element nillable="true" name="MediaServiceFastMetadata" ma:displayName="MediaServiceFastMetadata" ma:index="9" ma:hidden="true" ma:readOnly="true" ma:internalName="MediaServiceFastMetadata">
      <xsd:simpleType>
        <xsd:restriction base="dms:Note"/>
      </xsd:simpleType>
    </xsd:element>
    <xsd:element nillable="true" name="MediaServiceOCR" ma:displayName="MediaServiceOCR" ma:index="10" ma:hidden="true" ma:readOnly="true" ma:internalName="MediaServiceOCR">
      <xsd:simpleType>
        <xsd:restriction base="dms:Note"/>
      </xsd:simpleType>
    </xsd:element>
    <xsd:element nillable="true" name="MediaServiceAutoTags" ma:displayName="MediaServiceAutoTags" ma:index="11" ma:hidden="true" ma:readOnly="true" ma:internalName="MediaServiceAutoTags">
      <xsd:simpleType>
        <xsd:restriction base="dms:Text"/>
      </xsd:simpleType>
    </xsd:element>
    <xsd:element nillable="true" name="MediaServiceEventHashCode" ma:displayName="MediaServiceEventHashCode" ma:index="12" ma:hidden="true" ma:readOnly="true" ma:internalName="MediaServiceEventHashCode">
      <xsd:simpleType>
        <xsd:restriction base="dms:Text"/>
      </xsd:simpleType>
    </xsd:element>
    <xsd:element nillable="true" name="MediaServiceGenerationTime" ma:displayName="MediaServiceGenerationTime" ma:index="13" ma:hidden="true" ma:readOnly="true" ma:internalName="MediaServiceGenerationTime">
      <xsd:simpleType>
        <xsd:restriction base="dms:Text"/>
      </xsd:simpleType>
    </xsd:element>
    <xsd:element nillable="true" name="MediaServiceAutoKeyPoints" ma:displayName="MediaServiceAutoKeyPoints" ma:index="16" ma:hidden="true" ma:readOnly="true" ma:internalName="MediaServiceAutoKeyPoints">
      <xsd:simpleType>
        <xsd:restriction base="dms:Note"/>
      </xsd:simpleType>
    </xsd:element>
    <xsd:element nillable="true" name="MediaServiceKeyPoints" ma:displayName="KeyPoints" ma:index="17" ma:hidden="true" ma:readOnly="false" ma:internalName="MediaServiceKeyPoints">
      <xsd:simpleType>
        <xsd:restriction base="dms:Note"/>
      </xsd:simpleType>
    </xsd:element>
    <xsd:element nillable="true" name="MediaServiceDateTaken" ma:displayName="MediaServiceDateTaken" ma:index="18" ma:hidden="true" ma:readOnly="true" ma:internalName="MediaServiceDateTaken">
      <xsd:simpleType>
        <xsd:restriction base="dms:Text"/>
      </xsd:simpleType>
    </xsd:element>
    <xsd:element nillable="true" name="ImageTagsTaxHTField" ma:displayName="Image Tags" ma:sspId="e385fb40-52d4-4fae-9c5b-3e8ff8a5878e" ma:index="25" ma:anchorId="fba54fb3-c3e1-fe81-a776-ca4b69148c4d" ma:readOnly="false" ma:taxonomyMulti="true" ma:isKeyword="false" ma:open="true" ma:taxonomyFieldName="MediaServiceImageTags" ma:termSetId="09814cd3-568e-fe90-9814-8d621ff8fb84" ma:taxonomy="true" ma:fieldId="{5cf76f15-5ced-4ddc-b409-7134ff3c332f}" ma:internalName="ImageTagsTaxHTField">
      <xsd:complexType>
        <xsd:sequence>
          <xsd:element maxOccurs="1" minOccurs="0" ref="pc:Terms"/>
        </xsd:sequence>
      </xsd:complexType>
    </xsd:element>
    <xsd:element nillable="true" name="MediaServiceLocation" ma:displayName="Location" ma:index="26" ma:hidden="true" ma:readOnly="true" ma:internalName="MediaServiceLocation">
      <xsd:simpleType>
        <xsd:restriction base="dms:Text"/>
      </xsd:simpleType>
    </xsd:element>
    <xsd:element nillable="true" name="MediaLengthInSeconds" ma:displayName="MediaLengthInSeconds" ma:index="27" ma:hidden="true" ma:readOnly="true" ma:internalName="MediaLengthInSeconds">
      <xsd:simpleType>
        <xsd:restriction base="dms:Unknown"/>
      </xsd:simpleType>
    </xsd:element>
    <xsd:element nillable="true" name="Background" ma:displayName="Background" ma:format="Dropdown" ma:default="0" ma:index="28" ma:hidden="true" ma:readOnly="false" ma:internalName="Background">
      <xsd:simpleType>
        <xsd:restriction base="dms:Boolean"/>
      </xsd:simpleType>
    </xsd:element>
    <xsd:element nillable="true" name="MediaServiceSearchProperties" ma:displayName="MediaServiceSearchProperties" ma:index="29" ma:hidden="true" ma:readOnly="true" ma:internalName="MediaServiceSearchProperties">
      <xsd:simpleType>
        <xsd:restriction base="dms:Note"/>
      </xsd:simpleType>
    </xsd:element>
    <xsd:element nillable="true" name="MediaServiceDocTags" ma:displayName="MediaServiceDocTags" ma:index="30" ma:hidden="true" ma:readOnly="true" ma:internalName="MediaServiceDocTags">
      <xsd:simpleType>
        <xsd:restriction base="dms:Note"/>
      </xsd:simpleType>
    </xsd:element>
    <xsd:element nillable="true" name="MediaServiceObjectDetectorVersions" ma:displayName="MediaServiceObjectDetectorVersions" ma:description="" ma:index="31" ma:hidden="true" ma:readOnly="true" ma:indexed="true" ma:internalName="MediaServiceObjectDetectorVersions">
      <xsd:simpleType>
        <xsd:restriction base="dms:Text"/>
      </xsd:simpleType>
    </xsd:element>
    <xsd:element nillable="true" name="MediaServiceSystemTags" ma:displayName="MediaServiceSystemTags" ma:index="32" ma:hidden="true" ma:readOnly="true" ma:internalName="MediaServiceSystemTags">
      <xsd:simpleType>
        <xsd:restriction base="dms:Note"/>
      </xsd:simpleType>
    </xsd:element>
    <xsd:element nillable="true" name="MediaServiceBillingMetadata" ma:displayName="MediaServiceBillingMetadata" ma:index="33" ma:hidden="true" ma:readOnly="true" ma:internalName="MediaServiceBillingMetadata">
      <xsd:simpleType>
        <xsd:restriction base="dms:Text"/>
      </xsd:simpleType>
    </xsd:element>
    <xsd:element nillable="true" name="HasDigitalSignature" ma:displayName="Signed electronically" ma:index="34" ma:readOnly="true" ma:internalName="HasDigitalSignature">
      <xsd:simpleType>
        <xsd:restriction base="dms:Boolean"/>
      </xsd:simpleType>
    </xsd:element>
    <xsd:element nillable="true" name="DigitalSignatureProvider" ma:displayName="Signature provider" ma:index="35" ma:readOnly="true" ma:internalName="DigitalSignatureProvider">
      <xsd:simpleType>
        <xsd:restriction base="dms:Text"/>
      </xsd:simpleType>
    </xsd:element>
  </xsd:schema>
  <xsd:schema xmlns:pc="http://schemas.microsoft.com/office/infopath/2007/PartnerControls" xmlns:xsd="http://www.w3.org/2001/XMLSchema" xmlns:xs="http://www.w3.org/2001/XMLSchema" xmlns:dms="http://schemas.microsoft.com/office/2006/documentManagement/types" elementFormDefault="qualified" targetNamespace="16c05727-aa75-4e4a-9b5f-8a80a1165891">
    <xsd:import namespace="http://schemas.microsoft.com/office/2006/documentManagement/types"/>
    <xsd:import namespace="http://schemas.microsoft.com/office/infopath/2007/PartnerControls"/>
    <xsd:element nillable="true" name="SharedWithUsers" ma:displayName="Shared With" ma:index="14" ma:hidden="true" ma:readOnly="true" ma:internalName="SharedWithUsers">
      <xsd:complexType>
        <xsd:complexContent>
          <xsd:extension base="dms:UserMulti">
            <xsd:sequence>
              <xsd:element name="UserInfo" maxOccurs="unbounded" minOccurs="0">
                <xsd:complexType>
                  <xsd:sequence>
                    <xsd:element name="DisplayName" type="xsd:string" minOccurs="0"/>
                    <xsd:element nillable="true" name="AccountId" type="dms:UserId" minOccurs="0"/>
                    <xsd:element name="AccountType" type="xsd:string" minOccurs="0"/>
                  </xsd:sequence>
                </xsd:complexType>
              </xsd:element>
            </xsd:sequence>
          </xsd:extension>
        </xsd:complexContent>
      </xsd:complexType>
    </xsd:element>
    <xsd:element nillable="true" name="SharedWithDetails" ma:displayName="Shared With Details" ma:index="15" ma:hidden="true" ma:readOnly="true" ma:internalName="SharedWithDetails">
      <xsd:simpleType>
        <xsd:restriction base="dms:Note"/>
      </xsd:simpleType>
    </xsd:element>
  </xsd:schema>
  <xsd:schema xmlns:pc="http://schemas.microsoft.com/office/infopath/2007/PartnerControls" xmlns:xsd="http://www.w3.org/2001/XMLSchema" xmlns:xs="http://www.w3.org/2001/XMLSchema" xmlns:dms="http://schemas.microsoft.com/office/2006/documentManagement/types" elementFormDefault="qualified" targetNamespace="230e9df3-be65-4c73-a93b-d1236ebd677e">
    <xsd:import namespace="http://schemas.microsoft.com/office/2006/documentManagement/types"/>
    <xsd:import namespace="http://schemas.microsoft.com/office/infopath/2007/PartnerControls"/>
    <xsd:element nillable="true" name="TaxCatchAll" ma:displayName="Taxonomy Catch All Column" ma:index="23" ma:showField="CatchAllData" ma:hidden="true" ma:list="{3f6bfcbc-3db3-4ae6-bd76-326f0798ad28}" ma:readOnly="false" ma:web="16c05727-aa75-4e4a-9b5f-8a80a1165891" ma:internalName="TaxCatchAll">
      <xsd:complexType>
        <xsd:complexContent>
          <xsd:extension base="dms:MultiChoiceLookup">
            <xsd:sequence>
              <xsd:element nillable="true" name="Value" maxOccurs="unbounded" type="dms:Lookup" minOccurs="0"/>
            </xsd:sequence>
          </xsd:extension>
        </xsd:complexContent>
      </xsd:complexType>
    </xsd:element>
  </xsd:schema>
  <xsd:schema xmlns:odoc="http://schemas.microsoft.com/internal/obd" xmlns:dc="http://purl.org/dc/elements/1.1/" xmlns="http://schemas.openxmlformats.org/package/2006/metadata/core-properties" xmlns:xsd="http://www.w3.org/2001/XMLSchema" xmlns:dcterms="http://purl.org/dc/terms/" xmlns:xsi="http://www.w3.org/2001/XMLSchema-instance" elementFormDefault="qualified" targetNamespace="http://schemas.openxmlformats.org/package/2006/metadata/core-properties"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maxOccurs="1" minOccurs="0" ref="dc:creator"/>
        <xsd:element maxOccurs="1" minOccurs="0" ref="dcterms:created"/>
        <xsd:element maxOccurs="1" minOccurs="0" ref="dc:identifier"/>
        <xsd:element name="contentType" ma:displayName="Content Type" maxOccurs="1" minOccurs="0" type="xsd:string"/>
        <xsd:element ma:displayName="Title" ma:index="1" maxOccurs="1" minOccurs="0" ref="dc:title"/>
        <xsd:element maxOccurs="1" minOccurs="0" ref="dc:subject"/>
        <xsd:element maxOccurs="1" minOccurs="0" ref="dc:description"/>
        <xsd:element name="keywords" maxOccurs="1" minOccurs="0" type="xsd:string"/>
        <xsd:element maxOccurs="1" minOccurs="0" ref="dc:language"/>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maxOccurs="1" minOccurs="0" ref="dcterms:modified"/>
        <xsd:element name="contentStatus" maxOccurs="1" minOccurs="0" type="xsd:string"/>
      </xsd:all>
    </xsd:complexType>
  </xsd:schema>
  <xs:schema xmlns:pc="http://schemas.microsoft.com/office/infopath/2007/PartnerControls" xmlns:xs="http://www.w3.org/2001/XMLSchema" elementFormDefault="qualified" targetNamespace="http://schemas.microsoft.com/office/infopath/2007/PartnerControls" attributeFormDefault="un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3.xml><?xml version="1.0" encoding="utf-8"?>
<p:properties xmlns:pc="http://schemas.microsoft.com/office/infopath/2007/PartnerControls" xmlns:p="http://schemas.microsoft.com/office/2006/metadata/properties" xmlns:xsi="http://www.w3.org/2001/XMLSchema-instance">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85.xml><?xml version="1.0" encoding="utf-8"?>
<ds:datastoreItem xmlns:ds="http://schemas.openxmlformats.org/officeDocument/2006/customXml" ds:itemID="{A1BA37F7-BDC6-445E-8ADF-AA68F3133305}">
  <ds:schemaRefs/>
</ds:datastoreItem>
</file>

<file path=customXml/itemProps86.xml><?xml version="1.0" encoding="utf-8"?>
<ds:datastoreItem xmlns:ds="http://schemas.openxmlformats.org/officeDocument/2006/customXml" ds:itemID="{D6C53010-D2A7-4975-A27A-1949D6B50F9B}">
  <ds:schemaRefs/>
</ds:datastoreItem>
</file>

<file path=customXml/itemProps87.xml><?xml version="1.0" encoding="utf-8"?>
<ds:datastoreItem xmlns:ds="http://schemas.openxmlformats.org/officeDocument/2006/customXml" ds:itemID="{994235F6-A544-4368-BBB8-9A49ED96B4EC}">
  <ds:schemaRefs/>
</ds:datastoreItem>
</file>

<file path=docProps/app.xml><?xml version="1.0" encoding="utf-8"?>
<Properties xmlns="http://schemas.openxmlformats.org/officeDocument/2006/extended-properties" xmlns:vt="http://schemas.openxmlformats.org/officeDocument/2006/docPropsVTypes">
  <TotalTime>0</TotalTime>
  <Words>9714</Words>
  <Application>WPS Docs</Application>
  <PresentationFormat>Widescreen</PresentationFormat>
  <Paragraphs>289</Paragraphs>
  <Slides>12</Slides>
  <Notes>0</Notes>
  <HiddenSlides>11</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12</vt:i4>
      </vt:variant>
    </vt:vector>
  </HeadingPairs>
  <TitlesOfParts>
    <vt:vector size="34" baseType="lpstr">
      <vt:lpstr>Arial</vt:lpstr>
      <vt:lpstr>SimSun</vt:lpstr>
      <vt:lpstr>Wingdings</vt:lpstr>
      <vt:lpstr>Raleway Medium</vt:lpstr>
      <vt:lpstr>Thonburi</vt:lpstr>
      <vt:lpstr>Times New Roman</vt:lpstr>
      <vt:lpstr>Raleway</vt:lpstr>
      <vt:lpstr>Arial</vt:lpstr>
      <vt:lpstr>Microsoft YaHei</vt:lpstr>
      <vt:lpstr>汉仪旗黑</vt:lpstr>
      <vt:lpstr>Arial Unicode MS</vt:lpstr>
      <vt:lpstr>Aptos</vt:lpstr>
      <vt:lpstr>Helvetica Neue</vt:lpstr>
      <vt:lpstr>Wingdings</vt:lpstr>
      <vt:lpstr>Raleway</vt:lpstr>
      <vt:lpstr>苹方-简</vt:lpstr>
      <vt:lpstr>Raleway Medium</vt:lpstr>
      <vt:lpstr>Manrope ExtraBold</vt:lpstr>
      <vt:lpstr>Lato</vt:lpstr>
      <vt:lpstr>宋体-简</vt:lpstr>
      <vt:lpstr>Hue stack</vt:lpstr>
      <vt:lpstr>Office Theme</vt:lpstr>
      <vt:lpstr>Deep Learning System for Multimodal Document Understanding AND MANIPULATION</vt:lpstr>
      <vt:lpstr>PROBLEM STATEMENT:</vt:lpstr>
      <vt:lpstr>OBJECTIVES:</vt:lpstr>
      <vt:lpstr>LITERATURE SURVEY:</vt:lpstr>
      <vt:lpstr>LITERATURE SURVEY:</vt:lpstr>
      <vt:lpstr>LITERATURE SURVEY:</vt:lpstr>
      <vt:lpstr>EXISTING SYSTEM:</vt:lpstr>
      <vt:lpstr>PROPOSED ARCHITECTURE:</vt:lpstr>
      <vt:lpstr>RESEARCH GAP:</vt:lpstr>
      <vt:lpstr>PROPOSED SYSTEM:</vt:lpstr>
      <vt:lpstr>Methodology and modules</vt:lpstr>
      <vt:lpstr>Methodology and modules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Venkat Ragav N</cp:lastModifiedBy>
  <cp:revision>5</cp:revision>
  <dcterms:created xsi:type="dcterms:W3CDTF">2026-09-09T05:11:40Z</dcterms:created>
  <dcterms:modified xsi:type="dcterms:W3CDTF">2026-09-09T05:11:40Z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KSOProductBuildVer">
    <vt:lpwstr>1033-12.1.26050.26050</vt:lpwstr>
  </property>
  <property fmtid="{D5CDD505-2E9C-101B-9397-08002B2CF9AE}" pid="5" name="ICV">
    <vt:lpwstr>64C1958348D3FFA48BEAA06AD5C7DB21_43</vt:lpwstr>
  </property>
</Properties>
</file>